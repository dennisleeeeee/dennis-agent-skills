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29" r:id="rId4"/>
  </p:sldMasterIdLst>
  <p:notesMasterIdLst>
    <p:notesMasterId r:id="rId100"/>
  </p:notesMasterIdLst>
  <p:handoutMasterIdLst>
    <p:handoutMasterId r:id="rId101"/>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14D70C25-0413-A24B-B22A-8EE89C82326F}">
          <p14:sldIdLst>
            <p14:sldId id="2076138278"/>
            <p14:sldId id="2076138423"/>
            <p14:sldId id="2076138424"/>
          </p14:sldIdLst>
        </p14:section>
        <p14:section name="Title Slides" id="{FB6EE416-AF16-AF40-804B-633D4962DAEE}">
          <p14:sldIdLst>
            <p14:sldId id="2076138262"/>
            <p14:sldId id="2076138457"/>
            <p14:sldId id="2076138456"/>
            <p14:sldId id="2076138454"/>
            <p14:sldId id="2076138453"/>
            <p14:sldId id="2076138275"/>
            <p14:sldId id="2076138451"/>
            <p14:sldId id="2076138459"/>
            <p14:sldId id="2076138385"/>
            <p14:sldId id="2076138452"/>
            <p14:sldId id="2076138450"/>
            <p14:sldId id="2076138449"/>
            <p14:sldId id="2076138448"/>
          </p14:sldIdLst>
        </p14:section>
        <p14:section name="Divider Slides" id="{2B2B9EE5-80B5-0947-8184-1ED7C2B03199}">
          <p14:sldIdLst>
            <p14:sldId id="2076138279"/>
            <p14:sldId id="2076138293"/>
            <p14:sldId id="2076138297"/>
            <p14:sldId id="2076138407"/>
            <p14:sldId id="2076138408"/>
            <p14:sldId id="2076138409"/>
            <p14:sldId id="2076138410"/>
            <p14:sldId id="2076138411"/>
            <p14:sldId id="2076138447"/>
            <p14:sldId id="2076138446"/>
            <p14:sldId id="2076138445"/>
            <p14:sldId id="2076138444"/>
            <p14:sldId id="2076138443"/>
            <p14:sldId id="2076138442"/>
            <p14:sldId id="2076138441"/>
            <p14:sldId id="2076138440"/>
            <p14:sldId id="2076138439"/>
            <p14:sldId id="2076138438"/>
            <p14:sldId id="2076138437"/>
            <p14:sldId id="2076138436"/>
            <p14:sldId id="2076138435"/>
            <p14:sldId id="2076138434"/>
            <p14:sldId id="2076138433"/>
            <p14:sldId id="2076138432"/>
            <p14:sldId id="2076138390"/>
            <p14:sldId id="2076138381"/>
          </p14:sldIdLst>
        </p14:section>
        <p14:section name="Agenda Slides" id="{055AFA19-D1E1-8A4D-B3CD-4F468CD7A2AE}">
          <p14:sldIdLst>
            <p14:sldId id="2076138431"/>
            <p14:sldId id="2076138430"/>
            <p14:sldId id="2076138299"/>
            <p14:sldId id="2076138298"/>
          </p14:sldIdLst>
        </p14:section>
        <p14:section name="Quote Slides" id="{8EE70886-F4DB-2F40-8FB8-37E5FE2E7F63}">
          <p14:sldIdLst>
            <p14:sldId id="2076138413"/>
            <p14:sldId id="2076138414"/>
            <p14:sldId id="2076138415"/>
          </p14:sldIdLst>
        </p14:section>
        <p14:section name="Project slide" id="{0E6C0102-0830-EE4B-863A-6D51F4F973A4}">
          <p14:sldIdLst>
            <p14:sldId id="2076138307"/>
          </p14:sldIdLst>
        </p14:section>
        <p14:section name="Timeline Slides" id="{C612CE83-33A7-4546-825B-9D3A615EC37E}">
          <p14:sldIdLst>
            <p14:sldId id="2076138347"/>
            <p14:sldId id="2076138349"/>
            <p14:sldId id="2076138354"/>
            <p14:sldId id="2076138351"/>
            <p14:sldId id="2076138327"/>
            <p14:sldId id="2076138333"/>
            <p14:sldId id="2076138329"/>
            <p14:sldId id="2076138331"/>
          </p14:sldIdLst>
        </p14:section>
        <p14:section name="Charts, Graphs, and Tables" id="{F28C5BC2-3741-EB40-97C4-2358C8EA86C4}">
          <p14:sldIdLst>
            <p14:sldId id="2076138328"/>
            <p14:sldId id="2076138357"/>
            <p14:sldId id="2076138358"/>
            <p14:sldId id="2076138334"/>
            <p14:sldId id="2076138346"/>
            <p14:sldId id="2076138345"/>
            <p14:sldId id="2076138355"/>
            <p14:sldId id="2076138363"/>
            <p14:sldId id="2076138375"/>
            <p14:sldId id="2076138377"/>
            <p14:sldId id="2076138380"/>
            <p14:sldId id="2076138394"/>
            <p14:sldId id="2076138412"/>
          </p14:sldIdLst>
        </p14:section>
        <p14:section name="Team Slides" id="{97C9990A-4872-1945-8603-E202CB6FDEC0}">
          <p14:sldIdLst>
            <p14:sldId id="2076138308"/>
            <p14:sldId id="2076138318"/>
            <p14:sldId id="2076138325"/>
            <p14:sldId id="2076138461"/>
          </p14:sldIdLst>
        </p14:section>
        <p14:section name="Resources" id="{EFDF35F9-E9F0-5745-AAB5-0D7314BAA3D1}">
          <p14:sldIdLst>
            <p14:sldId id="2076138462"/>
          </p14:sldIdLst>
        </p14:section>
        <p14:section name="Layouts" id="{8F59876D-C8D3-2D40-8540-E20264ECD2D1}">
          <p14:sldIdLst>
            <p14:sldId id="2076138429"/>
            <p14:sldId id="2076138359"/>
            <p14:sldId id="2076138339"/>
            <p14:sldId id="2076138341"/>
            <p14:sldId id="2076138343"/>
            <p14:sldId id="2076138463"/>
          </p14:sldIdLst>
        </p14:section>
        <p14:section name="More Photo Slides" id="{6EA33047-67DE-E544-B8BB-DED362DE3B9A}">
          <p14:sldIdLst>
            <p14:sldId id="2076138427"/>
            <p14:sldId id="2076138426"/>
            <p14:sldId id="2076138425"/>
            <p14:sldId id="2076138400"/>
            <p14:sldId id="2076138401"/>
            <p14:sldId id="2076138402"/>
          </p14:sldIdLst>
        </p14:section>
        <p14:section name="End Slides" id="{3416B164-ED24-6748-9066-0F67B8B820A2}">
          <p14:sldIdLst>
            <p14:sldId id="2076138464"/>
            <p14:sldId id="2076138365"/>
            <p14:sldId id="2076138366"/>
          </p14:sldIdLst>
        </p14:section>
        <p14:section name="Appendix" id="{E4FA3E3E-AC15-BE48-9542-7C82A78646F3}">
          <p14:sldIdLst>
            <p14:sldId id="2076138458"/>
            <p14:sldId id="2076138419"/>
            <p14:sldId id="2076138420"/>
            <p14:sldId id="2076138422"/>
          </p14:sldIdLst>
        </p14:section>
      </p14:sectionLst>
    </p:ext>
    <p:ext uri="{EFAFB233-063F-42B5-8137-9DF3F51BA10A}">
      <p15:sldGuideLst xmlns:p15="http://schemas.microsoft.com/office/powerpoint/2012/main">
        <p15:guide id="2" orient="horz" pos="640" userDrawn="1">
          <p15:clr>
            <a:srgbClr val="A4A3A4"/>
          </p15:clr>
        </p15:guide>
        <p15:guide id="3"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2F2F"/>
    <a:srgbClr val="FFFFFF"/>
    <a:srgbClr val="666666"/>
    <a:srgbClr val="000000"/>
    <a:srgbClr val="8661C5"/>
    <a:srgbClr val="D59DFF"/>
    <a:srgbClr val="50E6FF"/>
    <a:srgbClr val="0069BA"/>
    <a:srgbClr val="9BF00B"/>
    <a:srgbClr val="0F78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7861F8-FC33-4A4E-9228-A2D53F8A7574}" v="306" dt="2021-12-28T22:01:17.8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95" autoAdjust="0"/>
    <p:restoredTop sz="96208" autoAdjust="0"/>
  </p:normalViewPr>
  <p:slideViewPr>
    <p:cSldViewPr snapToGrid="0">
      <p:cViewPr varScale="1">
        <p:scale>
          <a:sx n="119" d="100"/>
          <a:sy n="119" d="100"/>
        </p:scale>
        <p:origin x="568" y="184"/>
      </p:cViewPr>
      <p:guideLst>
        <p:guide orient="horz" pos="640"/>
        <p:guide pos="3840"/>
      </p:guideLst>
    </p:cSldViewPr>
  </p:slideViewPr>
  <p:outlineViewPr>
    <p:cViewPr>
      <p:scale>
        <a:sx n="33" d="100"/>
        <a:sy n="33" d="100"/>
      </p:scale>
      <p:origin x="0" y="-44436"/>
    </p:cViewPr>
  </p:outlineViewPr>
  <p:notesTextViewPr>
    <p:cViewPr>
      <p:scale>
        <a:sx n="125" d="100"/>
        <a:sy n="125" d="100"/>
      </p:scale>
      <p:origin x="0" y="0"/>
    </p:cViewPr>
  </p:notesTextViewPr>
  <p:sorterViewPr>
    <p:cViewPr varScale="1">
      <p:scale>
        <a:sx n="1" d="1"/>
        <a:sy n="1" d="1"/>
      </p:scale>
      <p:origin x="0" y="-20925"/>
    </p:cViewPr>
  </p:sorterViewPr>
  <p:notesViewPr>
    <p:cSldViewPr snapToGrid="0" showGuides="1">
      <p:cViewPr varScale="1">
        <p:scale>
          <a:sx n="169" d="100"/>
          <a:sy n="169" d="100"/>
        </p:scale>
        <p:origin x="5232" y="1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100" Type="http://schemas.openxmlformats.org/officeDocument/2006/relationships/notesMaster" Target="notesMasters/notesMaster1.xml"/><Relationship Id="rId101" Type="http://schemas.openxmlformats.org/officeDocument/2006/relationships/handoutMaster" Target="handoutMasters/handoutMaster1.xml"/><Relationship Id="rId102" Type="http://schemas.openxmlformats.org/officeDocument/2006/relationships/commentAuthors" Target="commentAuthors.xml"/><Relationship Id="rId103" Type="http://schemas.openxmlformats.org/officeDocument/2006/relationships/presProps" Target="presProps.xml"/><Relationship Id="rId104" Type="http://schemas.openxmlformats.org/officeDocument/2006/relationships/viewProps" Target="viewProps.xml"/><Relationship Id="rId105" Type="http://schemas.openxmlformats.org/officeDocument/2006/relationships/theme" Target="theme/theme1.xml"/><Relationship Id="rId106" Type="http://schemas.openxmlformats.org/officeDocument/2006/relationships/tableStyles" Target="tableStyles.xml"/><Relationship Id="rId10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5/23/26 10:31 AM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5/23/26 10:31 AM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2.emf"/></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jpg"/><Relationship Id="rId4" Type="http://schemas.openxmlformats.org/officeDocument/2006/relationships/image" Target="../media/image10.jp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13.jp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image" Target="../media/image16.jp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 Id="rId3" Type="http://schemas.openxmlformats.org/officeDocument/2006/relationships/image" Target="../media/image18.jpg"/><Relationship Id="rId4" Type="http://schemas.openxmlformats.org/officeDocument/2006/relationships/image" Target="../media/image19.jpg"/><Relationship Id="rId5" Type="http://schemas.openxmlformats.org/officeDocument/2006/relationships/image" Target="../media/image20.jp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21.jp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jpg"/><Relationship Id="rId4" Type="http://schemas.openxmlformats.org/officeDocument/2006/relationships/image" Target="../media/image10.jp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21.jp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4" name="Picture Placeholder 3">
            <a:extLst>
              <a:ext uri="{FF2B5EF4-FFF2-40B4-BE49-F238E27FC236}">
                <a16:creationId xmlns:a16="http://schemas.microsoft.com/office/drawing/2014/main" id="{40BC5B99-509C-464A-99BC-BB61027E6D1A}"/>
              </a:ext>
            </a:extLst>
          </p:cNvPr>
          <p:cNvSpPr>
            <a:spLocks noGrp="1"/>
          </p:cNvSpPr>
          <p:nvPr>
            <p:ph type="pic" sz="quarter" idx="13"/>
          </p:nvPr>
        </p:nvSpPr>
        <p:spPr>
          <a:xfrm>
            <a:off x="5326063" y="0"/>
            <a:ext cx="6865937" cy="6858000"/>
          </a:xfrm>
        </p:spPr>
        <p:txBody>
          <a:bodyPr/>
          <a:lstStyle/>
          <a:p>
            <a:r>
              <a:rPr lang="en-US"/>
              <a:t>Click icon to add picture</a:t>
            </a:r>
          </a:p>
        </p:txBody>
      </p:sp>
    </p:spTree>
    <p:extLst>
      <p:ext uri="{BB962C8B-B14F-4D97-AF65-F5344CB8AC3E}">
        <p14:creationId xmlns:p14="http://schemas.microsoft.com/office/powerpoint/2010/main" val="30174309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5ACBF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quar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4" name="Picture Placeholder 3">
            <a:extLst>
              <a:ext uri="{FF2B5EF4-FFF2-40B4-BE49-F238E27FC236}">
                <a16:creationId xmlns:a16="http://schemas.microsoft.com/office/drawing/2014/main" id="{1D16804B-3245-9A4C-A340-6FF89CF57D54}"/>
              </a:ext>
            </a:extLst>
          </p:cNvPr>
          <p:cNvSpPr>
            <a:spLocks noGrp="1"/>
          </p:cNvSpPr>
          <p:nvPr>
            <p:ph type="pic" sz="quarter" idx="13"/>
          </p:nvPr>
        </p:nvSpPr>
        <p:spPr>
          <a:xfrm>
            <a:off x="5334000" y="0"/>
            <a:ext cx="6858000" cy="6858000"/>
          </a:xfrm>
        </p:spPr>
        <p:txBody>
          <a:bodyPr/>
          <a:lstStyle/>
          <a:p>
            <a:r>
              <a:rPr lang="en-US"/>
              <a:t>Click icon to add picture</a:t>
            </a:r>
          </a:p>
        </p:txBody>
      </p:sp>
    </p:spTree>
    <p:extLst>
      <p:ext uri="{BB962C8B-B14F-4D97-AF65-F5344CB8AC3E}">
        <p14:creationId xmlns:p14="http://schemas.microsoft.com/office/powerpoint/2010/main" val="16054354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userDrawn="1">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accent3"/>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9385043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6132" userDrawn="1">
          <p15:clr>
            <a:srgbClr val="5ACBF0"/>
          </p15:clr>
        </p15:guide>
        <p15:guide id="4" orient="horz"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Left Title Black Bkg">
    <p:bg>
      <p:bgPr>
        <a:solidFill>
          <a:schemeClr val="bg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0899690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3840" userDrawn="1">
          <p15:clr>
            <a:srgbClr val="5ACBF0"/>
          </p15:clr>
        </p15:guide>
        <p15:guide id="4" orient="horz"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Left Title White Bkg">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EC770E93-46FB-B04C-AFC6-A97F7105D849}"/>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9369899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3840" userDrawn="1">
          <p15:clr>
            <a:srgbClr val="5ACBF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8495981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Square Border Photo">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475615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75615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4" name="Picture Placeholder 3">
            <a:extLst>
              <a:ext uri="{FF2B5EF4-FFF2-40B4-BE49-F238E27FC236}">
                <a16:creationId xmlns:a16="http://schemas.microsoft.com/office/drawing/2014/main" id="{F20930C2-FF47-3F44-BA93-EEDCB40578EB}"/>
              </a:ext>
            </a:extLst>
          </p:cNvPr>
          <p:cNvSpPr>
            <a:spLocks noGrp="1"/>
          </p:cNvSpPr>
          <p:nvPr>
            <p:ph type="pic" sz="quarter" idx="13"/>
          </p:nvPr>
        </p:nvSpPr>
        <p:spPr>
          <a:xfrm>
            <a:off x="5627688" y="292100"/>
            <a:ext cx="6270625" cy="6272213"/>
          </a:xfrm>
        </p:spPr>
        <p:txBody>
          <a:bodyPr/>
          <a:lstStyle/>
          <a:p>
            <a:r>
              <a:rPr lang="en-US"/>
              <a:t>Click icon to add picture</a:t>
            </a:r>
          </a:p>
        </p:txBody>
      </p:sp>
    </p:spTree>
    <p:extLst>
      <p:ext uri="{BB962C8B-B14F-4D97-AF65-F5344CB8AC3E}">
        <p14:creationId xmlns:p14="http://schemas.microsoft.com/office/powerpoint/2010/main" val="8673704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guide id="5" pos="3545" userDrawn="1">
          <p15:clr>
            <a:srgbClr val="FBAE40"/>
          </p15:clr>
        </p15:guide>
        <p15:guide id="6" pos="336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nd Slide Color Bkg">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5715040"/>
            <a:ext cx="9144000" cy="553998"/>
          </a:xfrm>
          <a:noFill/>
        </p:spPr>
        <p:txBody>
          <a:bodyPr lIns="0" tIns="0" rIns="0" bIns="0" anchor="b" anchorCtr="0">
            <a:spAutoFit/>
          </a:bodyPr>
          <a:lstStyle>
            <a:lvl1pPr>
              <a:defRPr sz="3600" spc="-50" baseline="0">
                <a:solidFill>
                  <a:schemeClr val="accent3"/>
                </a:solidFill>
                <a:latin typeface="+mj-lt"/>
                <a:cs typeface="Segoe UI" panose="020B0502040204020203" pitchFamily="34" charset="0"/>
              </a:defRPr>
            </a:lvl1pPr>
          </a:lstStyle>
          <a:p>
            <a:r>
              <a:rPr lang="en-US" dirty="0"/>
              <a:t>Thank you</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5999618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nd Slide Black Bkg">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5715040"/>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Thank you</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3694579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23299196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57200658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367971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endParaRPr lang="en-US" dirty="0"/>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8857019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endParaRPr lang="en-US" dirty="0"/>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1070883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endParaRPr lang="en-US" dirty="0"/>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96918344"/>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93881619"/>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6551895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userDrawn="1">
          <p15:clr>
            <a:srgbClr val="5ACBF0"/>
          </p15:clr>
        </p15:guide>
        <p15:guide id="7" pos="1795" userDrawn="1">
          <p15:clr>
            <a:srgbClr val="5ACBF0"/>
          </p15:clr>
        </p15:guide>
        <p15:guide id="8" pos="3035" userDrawn="1">
          <p15:clr>
            <a:srgbClr val="5ACBF0"/>
          </p15:clr>
        </p15:guide>
        <p15:guide id="9" pos="3221" userDrawn="1">
          <p15:clr>
            <a:srgbClr val="5ACBF0"/>
          </p15:clr>
        </p15:guide>
        <p15:guide id="10" pos="4461" userDrawn="1">
          <p15:clr>
            <a:srgbClr val="5ACBF0"/>
          </p15:clr>
        </p15:guide>
        <p15:guide id="11" pos="5890" userDrawn="1">
          <p15:clr>
            <a:srgbClr val="5ACBF0"/>
          </p15:clr>
        </p15:guide>
        <p15:guide id="12" orient="horz" pos="1436">
          <p15:clr>
            <a:srgbClr val="5ACBF0"/>
          </p15:clr>
        </p15:guide>
        <p15:guide id="13" pos="4646" userDrawn="1">
          <p15:clr>
            <a:srgbClr val="5ACBF0"/>
          </p15:clr>
        </p15:guide>
        <p15:guide id="14" pos="6072"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endParaRPr lang="en-US" dirty="0"/>
          </a:p>
        </p:txBody>
      </p:sp>
    </p:spTree>
    <p:extLst>
      <p:ext uri="{BB962C8B-B14F-4D97-AF65-F5344CB8AC3E}">
        <p14:creationId xmlns:p14="http://schemas.microsoft.com/office/powerpoint/2010/main" val="6133845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userDrawn="1">
          <p15:clr>
            <a:srgbClr val="5ACBF0"/>
          </p15:clr>
        </p15:guide>
        <p15:guide id="34" pos="3336"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userDrawn="1">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guide id="31" pos="3840"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eader Background 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109616-29F5-2A48-AD26-C036688E660A}"/>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844675"/>
            <a:ext cx="11018838" cy="4424363"/>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589192910"/>
      </p:ext>
    </p:extLst>
  </p:cSld>
  <p:clrMapOvr>
    <a:masterClrMapping/>
  </p:clrMapOvr>
  <p:transition>
    <p:fade/>
  </p:transition>
  <p:extLst>
    <p:ext uri="{DCECCB84-F9BA-43D5-87BE-67443E8EF086}">
      <p15:sldGuideLst xmlns:p15="http://schemas.microsoft.com/office/powerpoint/2012/main">
        <p15:guide id="2" orient="horz" pos="1162" userDrawn="1">
          <p15:clr>
            <a:srgbClr val="5ACBF0"/>
          </p15:clr>
        </p15:guide>
        <p15:guide id="3" orient="horz" pos="288">
          <p15:clr>
            <a:srgbClr val="5ACBF0"/>
          </p15:clr>
        </p15:guide>
        <p15:guide id="5" orient="horz" pos="904">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eader Background Two Column Bullet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D3A5130-10A1-954A-B139-8F920AB6EC86}"/>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accent3"/>
                </a:solidFill>
              </a:defRPr>
            </a:lvl1p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844674"/>
            <a:ext cx="5211763" cy="4424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844674"/>
            <a:ext cx="5219700" cy="4424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82870302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eader Background Two Column Non-bullete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6D08175-261D-A74C-8918-CB97ADB19271}"/>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endParaRPr lang="en-US" dirty="0"/>
          </a:p>
        </p:txBody>
      </p:sp>
      <p:sp>
        <p:nvSpPr>
          <p:cNvPr id="4" name="Text Placeholder 3"/>
          <p:cNvSpPr>
            <a:spLocks noGrp="1"/>
          </p:cNvSpPr>
          <p:nvPr>
            <p:ph type="body" sz="quarter" idx="10"/>
          </p:nvPr>
        </p:nvSpPr>
        <p:spPr>
          <a:xfrm>
            <a:off x="584200" y="1853052"/>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844675"/>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6586935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Header Background Two Column Content with Subhead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7941E1A-46FF-9B43-8237-B9FAC6645B8E}"/>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endParaRPr lang="en-US" dirty="0"/>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851161"/>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495686"/>
            <a:ext cx="5214937" cy="3773352"/>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844675"/>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489200"/>
            <a:ext cx="5214937" cy="3779838"/>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3330693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eader Background Three Column Bullet with Subtitle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5B0B838-FFE7-3848-8346-94C828955739}"/>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endParaRPr lang="en-US" dirty="0"/>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7971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7905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7971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22089322"/>
      </p:ext>
    </p:extLst>
  </p:cSld>
  <p:clrMapOvr>
    <a:masterClrMapping/>
  </p:clrMapOvr>
  <p:transition>
    <p:fade/>
  </p:transition>
  <p:extLst>
    <p:ext uri="{DCECCB84-F9BA-43D5-87BE-67443E8EF086}">
      <p15:sldGuideLst xmlns:p15="http://schemas.microsoft.com/office/powerpoint/2012/main">
        <p15:guide id="3" orient="horz" pos="1162" userDrawn="1">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Header Background Four Column Bullet with Subtitle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7D56507-64E9-FD49-A968-94669A530F35}"/>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8446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6895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8446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6828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8446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6895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8446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6828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5996806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162"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er Line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ctr"/>
          <a:lstStyle>
            <a:lvl1pPr>
              <a:defRPr>
                <a:solidFill>
                  <a:schemeClr val="tx1"/>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7" name="Straight Connector 6">
            <a:extLst>
              <a:ext uri="{FF2B5EF4-FFF2-40B4-BE49-F238E27FC236}">
                <a16:creationId xmlns:a16="http://schemas.microsoft.com/office/drawing/2014/main" id="{8EDAE969-6DFB-AD4B-A4BB-4C9D04F1489D}"/>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125104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er Line 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tx1"/>
                </a:solidFill>
              </a:defRPr>
            </a:lvl1p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8" name="Straight Connector 7">
            <a:extLst>
              <a:ext uri="{FF2B5EF4-FFF2-40B4-BE49-F238E27FC236}">
                <a16:creationId xmlns:a16="http://schemas.microsoft.com/office/drawing/2014/main" id="{AE9361ED-1B01-E94D-9CDA-29127BEC918D}"/>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522741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er Line 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tx1"/>
                </a:solidFill>
              </a:defRPr>
            </a:lvl1pPr>
          </a:lstStyle>
          <a:p>
            <a:r>
              <a:rPr lang="en-US"/>
              <a:t>Click to edit Master title style</a:t>
            </a:r>
            <a:endParaRPr lang="en-US" dirty="0"/>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6161C8D7-A314-D146-8B0F-88DAD8C243A2}"/>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331805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Header Background 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endParaRPr lang="en-US" dirty="0"/>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43174"/>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7699"/>
            <a:ext cx="5214937" cy="3773352"/>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3"/>
            <a:ext cx="5214937" cy="3779838"/>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B52B4BDF-7433-F544-8549-B08FCF3FD2A9}"/>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757613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er Line 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endParaRPr lang="en-US" dirty="0"/>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CF841732-6515-3E42-A4B2-E3983B953B2A}"/>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168791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er Line 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Straight Connector 11">
            <a:extLst>
              <a:ext uri="{FF2B5EF4-FFF2-40B4-BE49-F238E27FC236}">
                <a16:creationId xmlns:a16="http://schemas.microsoft.com/office/drawing/2014/main" id="{F6A269D7-BC15-0043-AAC1-8EE9E66292B3}"/>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467587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er Line Four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endParaRPr lang="en-US" dirty="0"/>
          </a:p>
        </p:txBody>
      </p:sp>
      <p:cxnSp>
        <p:nvCxnSpPr>
          <p:cNvPr id="12" name="Straight Connector 11">
            <a:extLst>
              <a:ext uri="{FF2B5EF4-FFF2-40B4-BE49-F238E27FC236}">
                <a16:creationId xmlns:a16="http://schemas.microsoft.com/office/drawing/2014/main" id="{F6A269D7-BC15-0043-AAC1-8EE9E66292B3}"/>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870829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er Line Blank">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endParaRPr lang="en-US" dirty="0"/>
          </a:p>
        </p:txBody>
      </p:sp>
      <p:cxnSp>
        <p:nvCxnSpPr>
          <p:cNvPr id="3" name="Straight Connector 2">
            <a:extLst>
              <a:ext uri="{FF2B5EF4-FFF2-40B4-BE49-F238E27FC236}">
                <a16:creationId xmlns:a16="http://schemas.microsoft.com/office/drawing/2014/main" id="{2502F9BD-EF25-7144-AB08-9EDFAA5C2CEA}"/>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3890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endParaRPr lang="en-US" dirty="0"/>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oAutofit/>
          </a:bodyPr>
          <a:lstStyle/>
          <a:p>
            <a:pPr algn="l"/>
            <a:r>
              <a:rPr lang="en-US" sz="3600" dirty="0">
                <a:solidFill>
                  <a:schemeClr val="tx2"/>
                </a:solidFill>
                <a:latin typeface="+mj-lt"/>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oAutofit/>
          </a:bodyPr>
          <a:lstStyle/>
          <a:p>
            <a:pPr algn="l"/>
            <a:r>
              <a:rPr lang="en-US" sz="3600" dirty="0">
                <a:solidFill>
                  <a:schemeClr val="tx2"/>
                </a:solidFill>
                <a:latin typeface="+mj-lt"/>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688861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9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endParaRPr lang="en-US" dirty="0"/>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Sep</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47838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1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endParaRPr lang="en-US" dirty="0"/>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21378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3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endParaRPr lang="en-US" dirty="0"/>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701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584200" y="1436688"/>
            <a:ext cx="1595439"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4701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67808"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584200" y="3789040"/>
            <a:ext cx="1595439"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4701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67808"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Tree>
    <p:extLst>
      <p:ext uri="{BB962C8B-B14F-4D97-AF65-F5344CB8AC3E}">
        <p14:creationId xmlns:p14="http://schemas.microsoft.com/office/powerpoint/2010/main" val="1185091634"/>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2_Header Line 12 Months">
    <p:bg>
      <p:bgPr>
        <a:solidFill>
          <a:schemeClr val="tx2"/>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accent3"/>
                </a:solidFill>
              </a:defRPr>
            </a:lvl1pPr>
          </a:lstStyle>
          <a:p>
            <a:r>
              <a:rPr lang="en-US"/>
              <a:t>Click to edit Master title style</a:t>
            </a:r>
            <a:endParaRPr lang="en-US" dirty="0"/>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7015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584200" y="1436688"/>
            <a:ext cx="1595439"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47015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67808"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584200" y="3789040"/>
            <a:ext cx="1595439"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47015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67808"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Tree>
    <p:extLst>
      <p:ext uri="{BB962C8B-B14F-4D97-AF65-F5344CB8AC3E}">
        <p14:creationId xmlns:p14="http://schemas.microsoft.com/office/powerpoint/2010/main" val="1598530170"/>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4_Header Line 12 Months">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E9C8D47-3F89-2440-BD17-30886A5B991A}"/>
              </a:ext>
            </a:extLst>
          </p:cNvPr>
          <p:cNvSpPr/>
          <p:nvPr userDrawn="1"/>
        </p:nvSpPr>
        <p:spPr bwMode="auto">
          <a:xfrm>
            <a:off x="0" y="0"/>
            <a:ext cx="5959475"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3477325" cy="1107996"/>
          </a:xfrm>
        </p:spPr>
        <p:txBody>
          <a:bodyPr wrap="square">
            <a:spAutoFit/>
          </a:bodyPr>
          <a:lstStyle>
            <a:lvl1pPr>
              <a:defRPr>
                <a:solidFill>
                  <a:schemeClr val="accent3"/>
                </a:solidFill>
              </a:defRPr>
            </a:lvl1pPr>
          </a:lstStyle>
          <a:p>
            <a:r>
              <a:rPr lang="en-US"/>
              <a:t>Click to edit Master title style</a:t>
            </a:r>
            <a:endParaRPr lang="en-US" dirty="0"/>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5" name="Text Placeholder 4">
            <a:extLst>
              <a:ext uri="{FF2B5EF4-FFF2-40B4-BE49-F238E27FC236}">
                <a16:creationId xmlns:a16="http://schemas.microsoft.com/office/drawing/2014/main" id="{C0CD7CCE-7A0A-2445-87E0-A18FB3B723C6}"/>
              </a:ext>
            </a:extLst>
          </p:cNvPr>
          <p:cNvSpPr>
            <a:spLocks noGrp="1"/>
          </p:cNvSpPr>
          <p:nvPr>
            <p:ph type="body" sz="quarter" idx="34"/>
          </p:nvPr>
        </p:nvSpPr>
        <p:spPr>
          <a:xfrm>
            <a:off x="584200" y="2017713"/>
            <a:ext cx="3481388" cy="430887"/>
          </a:xfrm>
        </p:spPr>
        <p:txBody>
          <a:bodyPr/>
          <a:lstStyle>
            <a:lvl1pPr marL="0" indent="0">
              <a:buNone/>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212407088"/>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dirty="0"/>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948112344"/>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7" orient="horz" pos="1968">
          <p15:clr>
            <a:srgbClr val="5ACBF0"/>
          </p15:clr>
        </p15:guide>
        <p15:guide id="8" orient="horz" pos="2226">
          <p15:clr>
            <a:srgbClr val="5ACBF0"/>
          </p15:clr>
        </p15:guide>
        <p15:guide id="10" pos="3729" userDrawn="1">
          <p15:clr>
            <a:srgbClr val="C35EA4"/>
          </p15:clr>
        </p15:guide>
        <p15:guide id="11" pos="2993">
          <p15:clr>
            <a:srgbClr val="5ACBF0"/>
          </p15:clr>
        </p15:guide>
        <p15:guide id="12" pos="3543">
          <p15:clr>
            <a:srgbClr val="A4A3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651151599"/>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5" orient="horz" pos="2160" userDrawn="1">
          <p15:clr>
            <a:srgbClr val="5ACBF0"/>
          </p15:clr>
        </p15:guide>
        <p15:guide id="6" pos="2991">
          <p15:clr>
            <a:srgbClr val="5ACBF0"/>
          </p15:clr>
        </p15:guide>
        <p15:guide id="7" pos="3728" userDrawn="1">
          <p15:clr>
            <a:srgbClr val="C35EA4"/>
          </p15:clr>
        </p15:guide>
        <p15:guide id="8" pos="3544">
          <p15:clr>
            <a:srgbClr val="A4A3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dirty="0"/>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335627901"/>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 Square Photo Left">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50285C0-813F-A744-BFD3-CF358EAC839C}"/>
              </a:ext>
            </a:extLst>
          </p:cNvPr>
          <p:cNvSpPr>
            <a:spLocks noGrp="1"/>
          </p:cNvSpPr>
          <p:nvPr>
            <p:ph type="pic" sz="quarter" idx="10"/>
          </p:nvPr>
        </p:nvSpPr>
        <p:spPr>
          <a:xfrm>
            <a:off x="0" y="0"/>
            <a:ext cx="6892925" cy="6858000"/>
          </a:xfrm>
        </p:spPr>
        <p:txBody>
          <a:bodyPr/>
          <a:lstStyle/>
          <a:p>
            <a:r>
              <a:rPr lang="en-US"/>
              <a:t>Click icon to add picture</a:t>
            </a:r>
            <a:endParaRPr lang="en-US" dirty="0"/>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7192963" y="457200"/>
            <a:ext cx="4416425" cy="553998"/>
          </a:xfrm>
        </p:spPr>
        <p:txBody>
          <a:body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7192963" y="1436688"/>
            <a:ext cx="3470275" cy="2043636"/>
          </a:xfrm>
        </p:spPr>
        <p:txBody>
          <a:bodyPr/>
          <a:lstStyle>
            <a:lvl1pPr marL="0" indent="0">
              <a:buFontTx/>
              <a:buNone/>
              <a:defRPr/>
            </a:lvl1pPr>
            <a:lvl2pPr marL="228600" indent="0">
              <a:buFontTx/>
              <a:buNone/>
              <a:defRPr/>
            </a:lvl2pPr>
            <a:lvl3pPr marL="457200" indent="0">
              <a:buFontTx/>
              <a:buNone/>
              <a:defRPr/>
            </a:lvl3pPr>
            <a:lvl4pPr marL="661988" indent="0">
              <a:buFontTx/>
              <a:buNone/>
              <a:defRPr/>
            </a:lvl4pPr>
            <a:lvl5pPr marL="855663" indent="0">
              <a:buFontTx/>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4352849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4342" userDrawn="1">
          <p15:clr>
            <a:srgbClr val="A4A3A4"/>
          </p15:clr>
        </p15:guide>
        <p15:guide id="19" pos="4531" userDrawn="1">
          <p15:clr>
            <a:srgbClr val="A4A3A4"/>
          </p15:clr>
        </p15:guide>
        <p15:guide id="28" orient="horz" pos="905">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 Square Photo Right">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50285C0-813F-A744-BFD3-CF358EAC839C}"/>
              </a:ext>
            </a:extLst>
          </p:cNvPr>
          <p:cNvSpPr>
            <a:spLocks noGrp="1"/>
          </p:cNvSpPr>
          <p:nvPr>
            <p:ph type="pic" sz="quarter" idx="10"/>
          </p:nvPr>
        </p:nvSpPr>
        <p:spPr>
          <a:xfrm>
            <a:off x="5299075" y="0"/>
            <a:ext cx="6892925" cy="6858000"/>
          </a:xfrm>
        </p:spPr>
        <p:txBody>
          <a:bodyPr/>
          <a:lstStyle/>
          <a:p>
            <a:r>
              <a:rPr lang="en-US"/>
              <a:t>Click icon to add picture</a:t>
            </a:r>
            <a:endParaRPr lang="en-US" dirty="0"/>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584200" y="457200"/>
            <a:ext cx="4416425" cy="553998"/>
          </a:xfrm>
        </p:spPr>
        <p:txBody>
          <a:body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584200" y="1436688"/>
            <a:ext cx="3470275" cy="2302169"/>
          </a:xfrm>
        </p:spPr>
        <p:txBody>
          <a:bodyPr/>
          <a:lstStyle>
            <a:lvl1pPr marL="0" indent="0">
              <a:buFontTx/>
              <a:buNone/>
              <a:defRPr sz="2200"/>
            </a:lvl1pPr>
            <a:lvl2pPr marL="228600" indent="0">
              <a:buFontTx/>
              <a:buNone/>
              <a:defRPr sz="2200"/>
            </a:lvl2pPr>
            <a:lvl3pPr marL="457200" indent="0">
              <a:buFontTx/>
              <a:buNone/>
              <a:defRPr sz="2200"/>
            </a:lvl3pPr>
            <a:lvl4pPr marL="661988" indent="0">
              <a:buFontTx/>
              <a:buNone/>
              <a:defRPr sz="2200"/>
            </a:lvl4pPr>
            <a:lvl5pPr marL="855663" indent="0">
              <a:buFontTx/>
              <a:buNone/>
              <a:defRPr sz="2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651670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3160" userDrawn="1">
          <p15:clr>
            <a:srgbClr val="A4A3A4"/>
          </p15:clr>
        </p15:guide>
        <p15:guide id="19" pos="3341" userDrawn="1">
          <p15:clr>
            <a:srgbClr val="A4A3A4"/>
          </p15:clr>
        </p15:guide>
        <p15:guide id="28" orient="horz" pos="905">
          <p15:clr>
            <a:srgbClr val="5ACBF0"/>
          </p15:clr>
        </p15:guide>
        <p15:guide id="30"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hoto full bleed upp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585789"/>
            <a:ext cx="12192000" cy="1362282"/>
          </a:xfrm>
          <a:noFill/>
        </p:spPr>
        <p:txBody>
          <a:bodyPr lIns="585216" tIns="0" rIns="585216" bIns="586800" anchor="t" anchorCtr="0">
            <a:noAutofit/>
          </a:bodyPr>
          <a:lstStyle>
            <a:lvl1pPr>
              <a:defRPr sz="3600" spc="0">
                <a:solidFill>
                  <a:srgbClr val="FFFFFF"/>
                </a:solidFill>
              </a:defRPr>
            </a:lvl1pPr>
          </a:lstStyle>
          <a:p>
            <a:r>
              <a:rPr lang="en-US"/>
              <a:t>Click to edit Master title style</a:t>
            </a:r>
            <a:endParaRPr lang="en-US" dirty="0"/>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4179627729"/>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endParaRPr lang="en-US" dirty="0"/>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861443602"/>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dirty="0"/>
              <a:t>Click to edit </a:t>
            </a:r>
            <a:br>
              <a:rPr lang="en-US" dirty="0"/>
            </a:br>
            <a:r>
              <a:rPr lang="en-US" dirty="0"/>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603402083"/>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Master title style</a:t>
            </a:r>
            <a:endParaRPr lang="en-US" dirty="0"/>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5" name="Title 1">
            <a:extLst>
              <a:ext uri="{FF2B5EF4-FFF2-40B4-BE49-F238E27FC236}">
                <a16:creationId xmlns:a16="http://schemas.microsoft.com/office/drawing/2014/main" id="{04D80903-AB2F-EA47-B1B9-181A4D5084E7}"/>
              </a:ext>
            </a:extLst>
          </p:cNvPr>
          <p:cNvSpPr txBox="1">
            <a:spLocks/>
          </p:cNvSpPr>
          <p:nvPr userDrawn="1"/>
        </p:nvSpPr>
        <p:spPr>
          <a:xfrm>
            <a:off x="584200" y="2425780"/>
            <a:ext cx="5511800" cy="1107996"/>
          </a:xfrm>
          <a:prstGeom prst="rect">
            <a:avLst/>
          </a:prstGeom>
          <a:noFill/>
        </p:spPr>
        <p:txBody>
          <a:bodyPr vert="horz" wrap="square" lIns="0" tIns="0" rIns="0" bIns="0" rtlCol="0" anchor="b" anchorCtr="0">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anose="020B0502040204020203" pitchFamily="34" charset="0"/>
              </a:defRPr>
            </a:lvl1pPr>
          </a:lstStyle>
          <a:p>
            <a:r>
              <a:rPr lang="en-US"/>
              <a:t>Event name or presentation title </a:t>
            </a:r>
            <a:endParaRPr lang="en-US" dirty="0"/>
          </a:p>
        </p:txBody>
      </p:sp>
      <p:sp>
        <p:nvSpPr>
          <p:cNvPr id="7" name="Text Placeholder 4">
            <a:extLst>
              <a:ext uri="{FF2B5EF4-FFF2-40B4-BE49-F238E27FC236}">
                <a16:creationId xmlns:a16="http://schemas.microsoft.com/office/drawing/2014/main" id="{A200C02C-4314-EE45-A300-21710CAE4FE5}"/>
              </a:ext>
            </a:extLst>
          </p:cNvPr>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9" name="MS logo white - EMF" descr="Microsoft logo white text version">
            <a:extLst>
              <a:ext uri="{FF2B5EF4-FFF2-40B4-BE49-F238E27FC236}">
                <a16:creationId xmlns:a16="http://schemas.microsoft.com/office/drawing/2014/main" id="{EDE56B65-3E69-6146-8830-D107DE1E3AE7}"/>
              </a:ext>
            </a:extLst>
          </p:cNvPr>
          <p:cNvPicPr>
            <a:picLocks noChangeAspect="1"/>
          </p:cNvPicPr>
          <p:nvPr userDrawn="1"/>
        </p:nvPicPr>
        <p:blipFill>
          <a:blip r:embed="rId3"/>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19094434"/>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dirty="0"/>
              <a:t>Click to edit </a:t>
            </a:r>
            <a:br>
              <a:rPr lang="en-US" dirty="0"/>
            </a:br>
            <a:r>
              <a:rPr lang="en-US" dirty="0"/>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09686687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userDrawn="1">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39083819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userDrawn="1">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7251365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userDrawn="1">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866287"/>
            <a:ext cx="11018520" cy="553998"/>
          </a:xfrm>
        </p:spPr>
        <p:txBody>
          <a:bodyPr anchor="ctr"/>
          <a:lstStyle>
            <a:lvl1pPr algn="l">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402058752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userDrawn="1">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646059488"/>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userDrawn="1">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84225213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userDrawn="1">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474357050"/>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userDrawn="1">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624772569"/>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4" orient="horz" pos="3209" userDrawn="1">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userDrawn="1">
          <p15:clr>
            <a:srgbClr val="5ACBF0"/>
          </p15:clr>
        </p15:guide>
        <p15:guide id="15" pos="3451" userDrawn="1">
          <p15:clr>
            <a:srgbClr val="5ACBF0"/>
          </p15:clr>
        </p15:guide>
        <p15:guide id="16" pos="4229" userDrawn="1">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982817732"/>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userDrawn="1">
          <p15:clr>
            <a:srgbClr val="5ACBF0"/>
          </p15:clr>
        </p15:guide>
        <p15:guide id="15" pos="2168" userDrawn="1">
          <p15:clr>
            <a:srgbClr val="5ACBF0"/>
          </p15:clr>
        </p15:guide>
        <p15:guide id="16" pos="2944" userDrawn="1">
          <p15:clr>
            <a:srgbClr val="5ACBF0"/>
          </p15:clr>
        </p15:guide>
        <p15:guide id="17" pos="4738" userDrawn="1">
          <p15:clr>
            <a:srgbClr val="5ACBF0"/>
          </p15:clr>
        </p15:guide>
        <p15:guide id="18" pos="5514" userDrawn="1">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45299928"/>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userDrawn="1">
          <p15:clr>
            <a:srgbClr val="5ACBF0"/>
          </p15:clr>
        </p15:guide>
        <p15:guide id="16" pos="1524" userDrawn="1">
          <p15:clr>
            <a:srgbClr val="5ACBF0"/>
          </p15:clr>
        </p15:guide>
        <p15:guide id="17" pos="2298" userDrawn="1">
          <p15:clr>
            <a:srgbClr val="5ACBF0"/>
          </p15:clr>
        </p15:guide>
        <p15:guide id="18" pos="3450" userDrawn="1">
          <p15:clr>
            <a:srgbClr val="5ACBF0"/>
          </p15:clr>
        </p15:guide>
        <p15:guide id="19" pos="4230" userDrawn="1">
          <p15:clr>
            <a:srgbClr val="5ACBF0"/>
          </p15:clr>
        </p15:guide>
        <p15:guide id="20" pos="5380" userDrawn="1">
          <p15:clr>
            <a:srgbClr val="5ACBF0"/>
          </p15:clr>
        </p15:guide>
        <p15:guide id="21" pos="6156" userDrawn="1">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60590399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56160264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userDrawn="1">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66753169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userDrawn="1">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407464684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userDrawn="1">
          <p15:clr>
            <a:srgbClr val="5ACBF0"/>
          </p15:clr>
        </p15:guide>
        <p15:guide id="3" pos="6216" userDrawn="1">
          <p15:clr>
            <a:srgbClr val="5ACBF0"/>
          </p15:clr>
        </p15:guide>
        <p15:guide id="5" pos="5850" userDrawn="1">
          <p15:clr>
            <a:srgbClr val="5ACBF0"/>
          </p15:clr>
        </p15:guide>
        <p15:guide id="7" pos="4392" userDrawn="1">
          <p15:clr>
            <a:srgbClr val="5ACBF0"/>
          </p15:clr>
        </p15:guide>
        <p15:guide id="8" pos="3292" userDrawn="1">
          <p15:clr>
            <a:srgbClr val="5ACBF0"/>
          </p15:clr>
        </p15:guide>
        <p15:guide id="10" pos="2926">
          <p15:clr>
            <a:srgbClr val="5ACBF0"/>
          </p15:clr>
        </p15:guide>
        <p15:guide id="11" pos="4754" userDrawn="1">
          <p15:clr>
            <a:srgbClr val="5ACBF0"/>
          </p15:clr>
        </p15:guide>
        <p15:guide id="13" pos="1464" userDrawn="1">
          <p15:clr>
            <a:srgbClr val="5ACBF0"/>
          </p15:clr>
        </p15:guide>
        <p15:guide id="14" orient="horz" pos="1440">
          <p15:clr>
            <a:srgbClr val="5ACBF0"/>
          </p15:clr>
        </p15:guide>
        <p15:guide id="15" pos="1830" userDrawn="1">
          <p15:clr>
            <a:srgbClr val="5ACBF0"/>
          </p15:clr>
        </p15:guide>
        <p15:guide id="16" orient="horz" pos="2533" userDrawn="1">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Quote slide 1b">
    <p:bg>
      <p:bgRef idx="1001">
        <a:schemeClr val="bg2"/>
      </p:bgRef>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DD89A49A-58E0-6646-8574-0B0729961CFB}"/>
              </a:ext>
            </a:extLst>
          </p:cNvPr>
          <p:cNvSpPr>
            <a:spLocks noGrp="1"/>
          </p:cNvSpPr>
          <p:nvPr>
            <p:ph type="body" sz="quarter" idx="18" hasCustomPrompt="1"/>
          </p:nvPr>
        </p:nvSpPr>
        <p:spPr>
          <a:xfrm>
            <a:off x="1739900" y="3779493"/>
            <a:ext cx="5795963" cy="276999"/>
          </a:xfrm>
        </p:spPr>
        <p:txBody>
          <a:bodyPr/>
          <a:lstStyle>
            <a:lvl1pPr marL="0" indent="0" algn="l">
              <a:spcBef>
                <a:spcPts val="0"/>
              </a:spcBef>
              <a:buNone/>
              <a:defRPr sz="1800">
                <a:solidFill>
                  <a:schemeClr val="tx1"/>
                </a:solidFill>
                <a:latin typeface="+mj-lt"/>
              </a:defRPr>
            </a:lvl1pPr>
          </a:lstStyle>
          <a:p>
            <a:pPr lvl="0"/>
            <a:r>
              <a:rPr lang="en-US" dirty="0"/>
              <a:t>Name attribute</a:t>
            </a:r>
          </a:p>
        </p:txBody>
      </p:sp>
      <p:sp>
        <p:nvSpPr>
          <p:cNvPr id="9" name="Text Placeholder 3">
            <a:extLst>
              <a:ext uri="{FF2B5EF4-FFF2-40B4-BE49-F238E27FC236}">
                <a16:creationId xmlns:a16="http://schemas.microsoft.com/office/drawing/2014/main" id="{53C890AF-C449-E34D-86FC-4BE82A41ED0D}"/>
              </a:ext>
            </a:extLst>
          </p:cNvPr>
          <p:cNvSpPr>
            <a:spLocks noGrp="1"/>
          </p:cNvSpPr>
          <p:nvPr>
            <p:ph type="body" sz="quarter" idx="20" hasCustomPrompt="1"/>
          </p:nvPr>
        </p:nvSpPr>
        <p:spPr>
          <a:xfrm>
            <a:off x="1739900" y="4077072"/>
            <a:ext cx="5795963" cy="215444"/>
          </a:xfrm>
        </p:spPr>
        <p:txBody>
          <a:bodyPr/>
          <a:lstStyle>
            <a:lvl1pPr marL="0" indent="0" algn="l">
              <a:spcBef>
                <a:spcPts val="0"/>
              </a:spcBef>
              <a:buNone/>
              <a:defRPr sz="1400">
                <a:solidFill>
                  <a:schemeClr val="tx1"/>
                </a:solidFill>
                <a:latin typeface="+mn-lt"/>
              </a:defRPr>
            </a:lvl1pPr>
          </a:lstStyle>
          <a:p>
            <a:pPr lvl="0"/>
            <a:r>
              <a:rPr lang="en-US" dirty="0"/>
              <a:t>Job title or another attribute</a:t>
            </a:r>
          </a:p>
        </p:txBody>
      </p:sp>
      <p:sp>
        <p:nvSpPr>
          <p:cNvPr id="10" name="Title 1">
            <a:extLst>
              <a:ext uri="{FF2B5EF4-FFF2-40B4-BE49-F238E27FC236}">
                <a16:creationId xmlns:a16="http://schemas.microsoft.com/office/drawing/2014/main" id="{4B9A47D2-7C06-3E47-802E-BD98760204B1}"/>
              </a:ext>
            </a:extLst>
          </p:cNvPr>
          <p:cNvSpPr>
            <a:spLocks noGrp="1"/>
          </p:cNvSpPr>
          <p:nvPr>
            <p:ph type="title" hasCustomPrompt="1"/>
          </p:nvPr>
        </p:nvSpPr>
        <p:spPr>
          <a:xfrm>
            <a:off x="1739899" y="2025650"/>
            <a:ext cx="9866313" cy="1661993"/>
          </a:xfrm>
        </p:spPr>
        <p:txBody>
          <a:bodyPr anchor="b"/>
          <a:lstStyle>
            <a:lvl1pPr>
              <a:defRPr>
                <a:solidFill>
                  <a:schemeClr val="accent3"/>
                </a:solidFill>
              </a:defRPr>
            </a:lvl1pPr>
          </a:lstStyle>
          <a:p>
            <a:r>
              <a:rPr lang="en-US" dirty="0"/>
              <a:t>Add quote text here Add quote text here Add quote text here Add quote text here Add quote text here</a:t>
            </a:r>
          </a:p>
        </p:txBody>
      </p:sp>
    </p:spTree>
    <p:extLst>
      <p:ext uri="{BB962C8B-B14F-4D97-AF65-F5344CB8AC3E}">
        <p14:creationId xmlns:p14="http://schemas.microsoft.com/office/powerpoint/2010/main" val="327056325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Quote slide 2b">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339D5D9-B234-7B4F-90F8-2A7ABA2E4ABF}"/>
              </a:ext>
            </a:extLst>
          </p:cNvPr>
          <p:cNvSpPr/>
          <p:nvPr userDrawn="1"/>
        </p:nvSpPr>
        <p:spPr bwMode="auto">
          <a:xfrm>
            <a:off x="0" y="0"/>
            <a:ext cx="81280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4" name="Text Placeholder 3">
            <a:extLst>
              <a:ext uri="{FF2B5EF4-FFF2-40B4-BE49-F238E27FC236}">
                <a16:creationId xmlns:a16="http://schemas.microsoft.com/office/drawing/2014/main" id="{549D697E-24D0-AB42-8E18-256C047E4063}"/>
              </a:ext>
            </a:extLst>
          </p:cNvPr>
          <p:cNvSpPr>
            <a:spLocks noGrp="1"/>
          </p:cNvSpPr>
          <p:nvPr>
            <p:ph type="body" sz="quarter" idx="18" hasCustomPrompt="1"/>
          </p:nvPr>
        </p:nvSpPr>
        <p:spPr>
          <a:xfrm>
            <a:off x="8420100" y="2044961"/>
            <a:ext cx="3478213" cy="276999"/>
          </a:xfrm>
        </p:spPr>
        <p:txBody>
          <a:bodyPr/>
          <a:lstStyle>
            <a:lvl1pPr marL="0" indent="0" algn="l">
              <a:spcBef>
                <a:spcPts val="0"/>
              </a:spcBef>
              <a:buNone/>
              <a:defRPr sz="1800">
                <a:latin typeface="+mj-lt"/>
              </a:defRPr>
            </a:lvl1pPr>
          </a:lstStyle>
          <a:p>
            <a:pPr lvl="0"/>
            <a:r>
              <a:rPr lang="en-US" dirty="0"/>
              <a:t>Name attribute</a:t>
            </a:r>
          </a:p>
        </p:txBody>
      </p:sp>
      <p:sp>
        <p:nvSpPr>
          <p:cNvPr id="6" name="Text Placeholder 3">
            <a:extLst>
              <a:ext uri="{FF2B5EF4-FFF2-40B4-BE49-F238E27FC236}">
                <a16:creationId xmlns:a16="http://schemas.microsoft.com/office/drawing/2014/main" id="{BA94D27E-F2D3-4E43-B280-E6CF5DAAF0EF}"/>
              </a:ext>
            </a:extLst>
          </p:cNvPr>
          <p:cNvSpPr>
            <a:spLocks noGrp="1"/>
          </p:cNvSpPr>
          <p:nvPr>
            <p:ph type="body" sz="quarter" idx="20" hasCustomPrompt="1"/>
          </p:nvPr>
        </p:nvSpPr>
        <p:spPr>
          <a:xfrm>
            <a:off x="8420100" y="2342540"/>
            <a:ext cx="3478213" cy="215444"/>
          </a:xfrm>
        </p:spPr>
        <p:txBody>
          <a:bodyPr/>
          <a:lstStyle>
            <a:lvl1pPr marL="0" indent="0" algn="l">
              <a:spcBef>
                <a:spcPts val="0"/>
              </a:spcBef>
              <a:buNone/>
              <a:defRPr sz="1400">
                <a:solidFill>
                  <a:schemeClr val="accent6"/>
                </a:solidFill>
                <a:latin typeface="+mn-lt"/>
              </a:defRPr>
            </a:lvl1pPr>
          </a:lstStyle>
          <a:p>
            <a:pPr lvl="0"/>
            <a:r>
              <a:rPr lang="en-US" dirty="0"/>
              <a:t>Job title or another attribute</a:t>
            </a:r>
          </a:p>
        </p:txBody>
      </p:sp>
      <p:sp>
        <p:nvSpPr>
          <p:cNvPr id="7" name="Title 1">
            <a:extLst>
              <a:ext uri="{FF2B5EF4-FFF2-40B4-BE49-F238E27FC236}">
                <a16:creationId xmlns:a16="http://schemas.microsoft.com/office/drawing/2014/main" id="{89F65E91-FAFD-244C-A86D-629BF5974C9C}"/>
              </a:ext>
            </a:extLst>
          </p:cNvPr>
          <p:cNvSpPr>
            <a:spLocks noGrp="1"/>
          </p:cNvSpPr>
          <p:nvPr>
            <p:ph type="title" hasCustomPrompt="1"/>
          </p:nvPr>
        </p:nvSpPr>
        <p:spPr>
          <a:xfrm>
            <a:off x="1163638" y="2025650"/>
            <a:ext cx="6372225" cy="553998"/>
          </a:xfrm>
        </p:spPr>
        <p:txBody>
          <a:bodyPr anchor="t"/>
          <a:lstStyle>
            <a:lvl1pPr>
              <a:defRPr>
                <a:solidFill>
                  <a:schemeClr val="accent3"/>
                </a:solidFill>
              </a:defRPr>
            </a:lvl1pPr>
          </a:lstStyle>
          <a:p>
            <a:r>
              <a:rPr lang="en-US" dirty="0"/>
              <a:t>Add quote text here</a:t>
            </a:r>
          </a:p>
        </p:txBody>
      </p:sp>
    </p:spTree>
    <p:extLst>
      <p:ext uri="{BB962C8B-B14F-4D97-AF65-F5344CB8AC3E}">
        <p14:creationId xmlns:p14="http://schemas.microsoft.com/office/powerpoint/2010/main" val="160695231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733" userDrawn="1">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Quote slide with picture - alt">
    <p:spTree>
      <p:nvGrpSpPr>
        <p:cNvPr id="1" name=""/>
        <p:cNvGrpSpPr/>
        <p:nvPr/>
      </p:nvGrpSpPr>
      <p:grpSpPr>
        <a:xfrm>
          <a:off x="0" y="0"/>
          <a:ext cx="0" cy="0"/>
          <a:chOff x="0" y="0"/>
          <a:chExt cx="0" cy="0"/>
        </a:xfrm>
      </p:grpSpPr>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1163638" y="3779493"/>
            <a:ext cx="6372225" cy="276999"/>
          </a:xfrm>
        </p:spPr>
        <p:txBody>
          <a:bodyPr/>
          <a:lstStyle>
            <a:lvl1pPr marL="0" indent="0" algn="l">
              <a:spcBef>
                <a:spcPts val="0"/>
              </a:spcBef>
              <a:buNone/>
              <a:defRPr sz="1800">
                <a:solidFill>
                  <a:schemeClr val="accent6"/>
                </a:solidFill>
                <a:latin typeface="+mj-lt"/>
              </a:defRPr>
            </a:lvl1pPr>
          </a:lstStyle>
          <a:p>
            <a:pPr lvl="0"/>
            <a:r>
              <a:rPr lang="en-US" dirty="0"/>
              <a:t>Name attribute</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25" name="Picture Placeholder 24">
            <a:extLst>
              <a:ext uri="{FF2B5EF4-FFF2-40B4-BE49-F238E27FC236}">
                <a16:creationId xmlns:a16="http://schemas.microsoft.com/office/drawing/2014/main" id="{DB4C8BDC-6825-414F-89F2-3D7A2187253C}"/>
              </a:ext>
            </a:extLst>
          </p:cNvPr>
          <p:cNvSpPr>
            <a:spLocks noGrp="1"/>
          </p:cNvSpPr>
          <p:nvPr>
            <p:ph type="pic" sz="quarter" idx="19"/>
          </p:nvPr>
        </p:nvSpPr>
        <p:spPr>
          <a:xfrm>
            <a:off x="7835900" y="0"/>
            <a:ext cx="4356100" cy="6858000"/>
          </a:xfrm>
        </p:spPr>
        <p:txBody>
          <a:bodyPr/>
          <a:lstStyle/>
          <a:p>
            <a:r>
              <a:rPr lang="en-US"/>
              <a:t>Click icon to add picture</a:t>
            </a:r>
            <a:endParaRPr lang="en-US" dirty="0"/>
          </a:p>
        </p:txBody>
      </p:sp>
      <p:sp>
        <p:nvSpPr>
          <p:cNvPr id="26" name="Text Placeholder 3">
            <a:extLst>
              <a:ext uri="{FF2B5EF4-FFF2-40B4-BE49-F238E27FC236}">
                <a16:creationId xmlns:a16="http://schemas.microsoft.com/office/drawing/2014/main" id="{90DE3A0D-12BA-BE4F-85C2-FCD13F863574}"/>
              </a:ext>
            </a:extLst>
          </p:cNvPr>
          <p:cNvSpPr>
            <a:spLocks noGrp="1"/>
          </p:cNvSpPr>
          <p:nvPr>
            <p:ph type="body" sz="quarter" idx="20" hasCustomPrompt="1"/>
          </p:nvPr>
        </p:nvSpPr>
        <p:spPr>
          <a:xfrm>
            <a:off x="1163638" y="4077072"/>
            <a:ext cx="6372225" cy="215444"/>
          </a:xfrm>
        </p:spPr>
        <p:txBody>
          <a:bodyPr/>
          <a:lstStyle>
            <a:lvl1pPr marL="0" indent="0" algn="l">
              <a:spcBef>
                <a:spcPts val="0"/>
              </a:spcBef>
              <a:buNone/>
              <a:defRPr sz="1400">
                <a:solidFill>
                  <a:schemeClr val="accent6"/>
                </a:solidFill>
                <a:latin typeface="+mn-lt"/>
              </a:defRPr>
            </a:lvl1pPr>
          </a:lstStyle>
          <a:p>
            <a:pPr lvl="0"/>
            <a:r>
              <a:rPr lang="en-US" dirty="0"/>
              <a:t>Job title or another attribute</a:t>
            </a:r>
          </a:p>
        </p:txBody>
      </p:sp>
      <p:sp>
        <p:nvSpPr>
          <p:cNvPr id="27" name="Title 1">
            <a:extLst>
              <a:ext uri="{FF2B5EF4-FFF2-40B4-BE49-F238E27FC236}">
                <a16:creationId xmlns:a16="http://schemas.microsoft.com/office/drawing/2014/main" id="{4AA6D598-4BC5-AF4E-B609-A7442E6DEBD3}"/>
              </a:ext>
            </a:extLst>
          </p:cNvPr>
          <p:cNvSpPr>
            <a:spLocks noGrp="1"/>
          </p:cNvSpPr>
          <p:nvPr>
            <p:ph type="title" hasCustomPrompt="1"/>
          </p:nvPr>
        </p:nvSpPr>
        <p:spPr>
          <a:xfrm>
            <a:off x="1163638" y="2025650"/>
            <a:ext cx="6372225" cy="553998"/>
          </a:xfrm>
        </p:spPr>
        <p:txBody>
          <a:bodyPr anchor="t"/>
          <a:lstStyle>
            <a:lvl1pPr>
              <a:defRPr>
                <a:solidFill>
                  <a:schemeClr val="tx1"/>
                </a:solidFill>
              </a:defRPr>
            </a:lvl1pPr>
          </a:lstStyle>
          <a:p>
            <a:r>
              <a:rPr lang="en-US" dirty="0"/>
              <a:t>Add quote text here</a:t>
            </a:r>
          </a:p>
        </p:txBody>
      </p:sp>
    </p:spTree>
    <p:extLst>
      <p:ext uri="{BB962C8B-B14F-4D97-AF65-F5344CB8AC3E}">
        <p14:creationId xmlns:p14="http://schemas.microsoft.com/office/powerpoint/2010/main" val="103861675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733" userDrawn="1">
          <p15:clr>
            <a:srgbClr val="5ACBF0"/>
          </p15:clr>
        </p15:guide>
        <p15:guide id="7" pos="4747" userDrawn="1">
          <p15:clr>
            <a:srgbClr val="5ACBF0"/>
          </p15:clr>
        </p15:guide>
        <p15:guide id="8" pos="4936">
          <p15:clr>
            <a:srgbClr val="5ACBF0"/>
          </p15:clr>
        </p15:guide>
        <p15:guide id="9" pos="5123">
          <p15:clr>
            <a:srgbClr val="5ACBF0"/>
          </p15:clr>
        </p15:guide>
        <p15:guide id="10" orient="horz" pos="3465" userDrawn="1">
          <p15:clr>
            <a:srgbClr val="5ACBF0"/>
          </p15:clr>
        </p15:guide>
        <p15:guide id="11" orient="horz" pos="1956" userDrawn="1">
          <p15:clr>
            <a:srgbClr val="FBAE40"/>
          </p15:clr>
        </p15:guide>
        <p15:guide id="12" pos="1096" userDrawn="1">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dirty="0"/>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669616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04964009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_Title and text side by sid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48745"/>
          </a:xfrm>
        </p:spPr>
        <p:txBody>
          <a:bodyPr anchor="t">
            <a:noAutofit/>
          </a:bodyPr>
          <a:lstStyle>
            <a:lvl1pPr>
              <a:defRPr>
                <a:solidFill>
                  <a:schemeClr val="tx2"/>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9"/>
            <a:ext cx="1873779"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783102025"/>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8E03-1EA0-214F-BDD2-BA223F1D4550}"/>
              </a:ext>
            </a:extLst>
          </p:cNvPr>
          <p:cNvSpPr>
            <a:spLocks noGrp="1"/>
          </p:cNvSpPr>
          <p:nvPr>
            <p:ph type="title" hasCustomPrompt="1"/>
          </p:nvPr>
        </p:nvSpPr>
        <p:spPr>
          <a:xfrm>
            <a:off x="588264" y="585788"/>
            <a:ext cx="2534350" cy="548745"/>
          </a:xfrm>
        </p:spPr>
        <p:txBody>
          <a:bodyPr anchor="t">
            <a:noAutofit/>
          </a:bodyPr>
          <a:lstStyle>
            <a:lvl1pPr>
              <a:defRPr sz="2800">
                <a:solidFill>
                  <a:schemeClr val="tx2"/>
                </a:solidFill>
              </a:defRPr>
            </a:lvl1pPr>
          </a:lstStyle>
          <a:p>
            <a:r>
              <a:rPr lang="en-US" dirty="0"/>
              <a:t>Title</a:t>
            </a:r>
          </a:p>
        </p:txBody>
      </p:sp>
      <p:sp>
        <p:nvSpPr>
          <p:cNvPr id="3" name="Text Placeholder 2">
            <a:extLst>
              <a:ext uri="{FF2B5EF4-FFF2-40B4-BE49-F238E27FC236}">
                <a16:creationId xmlns:a16="http://schemas.microsoft.com/office/drawing/2014/main" id="{D826C194-5DF2-7441-B8B3-5C47E35F2F7D}"/>
              </a:ext>
            </a:extLst>
          </p:cNvPr>
          <p:cNvSpPr>
            <a:spLocks noGrp="1"/>
          </p:cNvSpPr>
          <p:nvPr>
            <p:ph type="body" sz="quarter" idx="11"/>
          </p:nvPr>
        </p:nvSpPr>
        <p:spPr>
          <a:xfrm>
            <a:off x="4370387" y="585789"/>
            <a:ext cx="158908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4" name="Text Placeholder 2">
            <a:extLst>
              <a:ext uri="{FF2B5EF4-FFF2-40B4-BE49-F238E27FC236}">
                <a16:creationId xmlns:a16="http://schemas.microsoft.com/office/drawing/2014/main" id="{2A8C8003-FE11-344B-91A7-BA3F99AD5E4D}"/>
              </a:ext>
            </a:extLst>
          </p:cNvPr>
          <p:cNvSpPr>
            <a:spLocks noGrp="1"/>
          </p:cNvSpPr>
          <p:nvPr>
            <p:ph type="body" sz="quarter" idx="12"/>
          </p:nvPr>
        </p:nvSpPr>
        <p:spPr>
          <a:xfrm>
            <a:off x="7192963" y="585789"/>
            <a:ext cx="1584325"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5" name="Text Placeholder 2">
            <a:extLst>
              <a:ext uri="{FF2B5EF4-FFF2-40B4-BE49-F238E27FC236}">
                <a16:creationId xmlns:a16="http://schemas.microsoft.com/office/drawing/2014/main" id="{BBB0E468-375A-A74A-AD5E-EDC93E485E78}"/>
              </a:ext>
            </a:extLst>
          </p:cNvPr>
          <p:cNvSpPr>
            <a:spLocks noGrp="1"/>
          </p:cNvSpPr>
          <p:nvPr>
            <p:ph type="body" sz="quarter" idx="13"/>
          </p:nvPr>
        </p:nvSpPr>
        <p:spPr>
          <a:xfrm>
            <a:off x="4370387" y="3429000"/>
            <a:ext cx="158908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 Placeholder 2">
            <a:extLst>
              <a:ext uri="{FF2B5EF4-FFF2-40B4-BE49-F238E27FC236}">
                <a16:creationId xmlns:a16="http://schemas.microsoft.com/office/drawing/2014/main" id="{23306775-7E51-4F44-B99E-7E1D443B99E3}"/>
              </a:ext>
            </a:extLst>
          </p:cNvPr>
          <p:cNvSpPr>
            <a:spLocks noGrp="1"/>
          </p:cNvSpPr>
          <p:nvPr>
            <p:ph type="body" sz="quarter" idx="14"/>
          </p:nvPr>
        </p:nvSpPr>
        <p:spPr>
          <a:xfrm>
            <a:off x="7192963" y="3429000"/>
            <a:ext cx="1584325"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7" name="Text Placeholder 2">
            <a:extLst>
              <a:ext uri="{FF2B5EF4-FFF2-40B4-BE49-F238E27FC236}">
                <a16:creationId xmlns:a16="http://schemas.microsoft.com/office/drawing/2014/main" id="{F1E6FE8E-4450-8545-9451-92092591B45E}"/>
              </a:ext>
            </a:extLst>
          </p:cNvPr>
          <p:cNvSpPr>
            <a:spLocks noGrp="1"/>
          </p:cNvSpPr>
          <p:nvPr>
            <p:ph type="body" sz="quarter" idx="15"/>
          </p:nvPr>
        </p:nvSpPr>
        <p:spPr>
          <a:xfrm>
            <a:off x="10013950" y="585789"/>
            <a:ext cx="159543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8" name="Text Placeholder 2">
            <a:extLst>
              <a:ext uri="{FF2B5EF4-FFF2-40B4-BE49-F238E27FC236}">
                <a16:creationId xmlns:a16="http://schemas.microsoft.com/office/drawing/2014/main" id="{B006F60D-85D6-E049-BDFC-888F7E8E95E3}"/>
              </a:ext>
            </a:extLst>
          </p:cNvPr>
          <p:cNvSpPr>
            <a:spLocks noGrp="1"/>
          </p:cNvSpPr>
          <p:nvPr>
            <p:ph type="body" sz="quarter" idx="16"/>
          </p:nvPr>
        </p:nvSpPr>
        <p:spPr>
          <a:xfrm>
            <a:off x="10013950" y="3429000"/>
            <a:ext cx="159543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Tree>
    <p:extLst>
      <p:ext uri="{BB962C8B-B14F-4D97-AF65-F5344CB8AC3E}">
        <p14:creationId xmlns:p14="http://schemas.microsoft.com/office/powerpoint/2010/main" val="8148746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Left Title 3 Column R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8E03-1EA0-214F-BDD2-BA223F1D4550}"/>
              </a:ext>
            </a:extLst>
          </p:cNvPr>
          <p:cNvSpPr>
            <a:spLocks noGrp="1"/>
          </p:cNvSpPr>
          <p:nvPr>
            <p:ph type="title" hasCustomPrompt="1"/>
          </p:nvPr>
        </p:nvSpPr>
        <p:spPr>
          <a:xfrm>
            <a:off x="588264" y="585788"/>
            <a:ext cx="2534350" cy="548745"/>
          </a:xfrm>
        </p:spPr>
        <p:txBody>
          <a:bodyPr anchor="t">
            <a:noAutofit/>
          </a:bodyPr>
          <a:lstStyle>
            <a:lvl1pPr>
              <a:defRPr sz="2800">
                <a:solidFill>
                  <a:schemeClr val="accent3"/>
                </a:solidFill>
              </a:defRPr>
            </a:lvl1pPr>
          </a:lstStyle>
          <a:p>
            <a:r>
              <a:rPr lang="en-US" dirty="0"/>
              <a:t>Title</a:t>
            </a:r>
          </a:p>
        </p:txBody>
      </p:sp>
      <p:sp>
        <p:nvSpPr>
          <p:cNvPr id="3" name="Text Placeholder 2">
            <a:extLst>
              <a:ext uri="{FF2B5EF4-FFF2-40B4-BE49-F238E27FC236}">
                <a16:creationId xmlns:a16="http://schemas.microsoft.com/office/drawing/2014/main" id="{D826C194-5DF2-7441-B8B3-5C47E35F2F7D}"/>
              </a:ext>
            </a:extLst>
          </p:cNvPr>
          <p:cNvSpPr>
            <a:spLocks noGrp="1"/>
          </p:cNvSpPr>
          <p:nvPr>
            <p:ph type="body" sz="quarter" idx="11"/>
          </p:nvPr>
        </p:nvSpPr>
        <p:spPr>
          <a:xfrm>
            <a:off x="4370387" y="961465"/>
            <a:ext cx="1589088"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4" name="Text Placeholder 2">
            <a:extLst>
              <a:ext uri="{FF2B5EF4-FFF2-40B4-BE49-F238E27FC236}">
                <a16:creationId xmlns:a16="http://schemas.microsoft.com/office/drawing/2014/main" id="{2A8C8003-FE11-344B-91A7-BA3F99AD5E4D}"/>
              </a:ext>
            </a:extLst>
          </p:cNvPr>
          <p:cNvSpPr>
            <a:spLocks noGrp="1"/>
          </p:cNvSpPr>
          <p:nvPr>
            <p:ph type="body" sz="quarter" idx="12"/>
          </p:nvPr>
        </p:nvSpPr>
        <p:spPr>
          <a:xfrm>
            <a:off x="7192963" y="961465"/>
            <a:ext cx="1584325"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5" name="Text Placeholder 2">
            <a:extLst>
              <a:ext uri="{FF2B5EF4-FFF2-40B4-BE49-F238E27FC236}">
                <a16:creationId xmlns:a16="http://schemas.microsoft.com/office/drawing/2014/main" id="{BBB0E468-375A-A74A-AD5E-EDC93E485E78}"/>
              </a:ext>
            </a:extLst>
          </p:cNvPr>
          <p:cNvSpPr>
            <a:spLocks noGrp="1"/>
          </p:cNvSpPr>
          <p:nvPr>
            <p:ph type="body" sz="quarter" idx="13"/>
          </p:nvPr>
        </p:nvSpPr>
        <p:spPr>
          <a:xfrm>
            <a:off x="4370387" y="3818966"/>
            <a:ext cx="1589088" cy="2453246"/>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6" name="Text Placeholder 2">
            <a:extLst>
              <a:ext uri="{FF2B5EF4-FFF2-40B4-BE49-F238E27FC236}">
                <a16:creationId xmlns:a16="http://schemas.microsoft.com/office/drawing/2014/main" id="{23306775-7E51-4F44-B99E-7E1D443B99E3}"/>
              </a:ext>
            </a:extLst>
          </p:cNvPr>
          <p:cNvSpPr>
            <a:spLocks noGrp="1"/>
          </p:cNvSpPr>
          <p:nvPr>
            <p:ph type="body" sz="quarter" idx="14"/>
          </p:nvPr>
        </p:nvSpPr>
        <p:spPr>
          <a:xfrm>
            <a:off x="7192963" y="3818965"/>
            <a:ext cx="1584325" cy="24532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7" name="Text Placeholder 2">
            <a:extLst>
              <a:ext uri="{FF2B5EF4-FFF2-40B4-BE49-F238E27FC236}">
                <a16:creationId xmlns:a16="http://schemas.microsoft.com/office/drawing/2014/main" id="{F1E6FE8E-4450-8545-9451-92092591B45E}"/>
              </a:ext>
            </a:extLst>
          </p:cNvPr>
          <p:cNvSpPr>
            <a:spLocks noGrp="1"/>
          </p:cNvSpPr>
          <p:nvPr>
            <p:ph type="body" sz="quarter" idx="15"/>
          </p:nvPr>
        </p:nvSpPr>
        <p:spPr>
          <a:xfrm>
            <a:off x="10013950" y="968188"/>
            <a:ext cx="1595438"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8" name="Text Placeholder 2">
            <a:extLst>
              <a:ext uri="{FF2B5EF4-FFF2-40B4-BE49-F238E27FC236}">
                <a16:creationId xmlns:a16="http://schemas.microsoft.com/office/drawing/2014/main" id="{B006F60D-85D6-E049-BDFC-888F7E8E95E3}"/>
              </a:ext>
            </a:extLst>
          </p:cNvPr>
          <p:cNvSpPr>
            <a:spLocks noGrp="1"/>
          </p:cNvSpPr>
          <p:nvPr>
            <p:ph type="body" sz="quarter" idx="16"/>
          </p:nvPr>
        </p:nvSpPr>
        <p:spPr>
          <a:xfrm>
            <a:off x="10013950" y="3832412"/>
            <a:ext cx="1595438" cy="2439800"/>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9" name="Text Placeholder 2">
            <a:extLst>
              <a:ext uri="{FF2B5EF4-FFF2-40B4-BE49-F238E27FC236}">
                <a16:creationId xmlns:a16="http://schemas.microsoft.com/office/drawing/2014/main" id="{CC8AF00F-83DA-104D-A2BF-D2C439FE9BB3}"/>
              </a:ext>
            </a:extLst>
          </p:cNvPr>
          <p:cNvSpPr>
            <a:spLocks noGrp="1"/>
          </p:cNvSpPr>
          <p:nvPr>
            <p:ph type="body" sz="quarter" idx="17" hasCustomPrompt="1"/>
          </p:nvPr>
        </p:nvSpPr>
        <p:spPr>
          <a:xfrm>
            <a:off x="4370387" y="585789"/>
            <a:ext cx="1587600"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1</a:t>
            </a:r>
          </a:p>
        </p:txBody>
      </p:sp>
      <p:sp>
        <p:nvSpPr>
          <p:cNvPr id="10" name="Text Placeholder 2">
            <a:extLst>
              <a:ext uri="{FF2B5EF4-FFF2-40B4-BE49-F238E27FC236}">
                <a16:creationId xmlns:a16="http://schemas.microsoft.com/office/drawing/2014/main" id="{24A44678-F325-7746-8C84-E6F44D505769}"/>
              </a:ext>
            </a:extLst>
          </p:cNvPr>
          <p:cNvSpPr>
            <a:spLocks noGrp="1"/>
          </p:cNvSpPr>
          <p:nvPr>
            <p:ph type="body" sz="quarter" idx="18" hasCustomPrompt="1"/>
          </p:nvPr>
        </p:nvSpPr>
        <p:spPr>
          <a:xfrm>
            <a:off x="7192962" y="585789"/>
            <a:ext cx="1584326"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2</a:t>
            </a:r>
          </a:p>
        </p:txBody>
      </p:sp>
      <p:sp>
        <p:nvSpPr>
          <p:cNvPr id="12" name="Text Placeholder 2">
            <a:extLst>
              <a:ext uri="{FF2B5EF4-FFF2-40B4-BE49-F238E27FC236}">
                <a16:creationId xmlns:a16="http://schemas.microsoft.com/office/drawing/2014/main" id="{0EF3CCAA-003D-324C-9FAA-5B5DC19336A2}"/>
              </a:ext>
            </a:extLst>
          </p:cNvPr>
          <p:cNvSpPr>
            <a:spLocks noGrp="1"/>
          </p:cNvSpPr>
          <p:nvPr>
            <p:ph type="body" sz="quarter" idx="19" hasCustomPrompt="1"/>
          </p:nvPr>
        </p:nvSpPr>
        <p:spPr>
          <a:xfrm>
            <a:off x="10013950" y="585789"/>
            <a:ext cx="1595438"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3</a:t>
            </a:r>
          </a:p>
        </p:txBody>
      </p:sp>
      <p:sp>
        <p:nvSpPr>
          <p:cNvPr id="13" name="Text Placeholder 2">
            <a:extLst>
              <a:ext uri="{FF2B5EF4-FFF2-40B4-BE49-F238E27FC236}">
                <a16:creationId xmlns:a16="http://schemas.microsoft.com/office/drawing/2014/main" id="{C2BCACD0-0017-9A49-9325-DCBC40CB2C2D}"/>
              </a:ext>
            </a:extLst>
          </p:cNvPr>
          <p:cNvSpPr>
            <a:spLocks noGrp="1"/>
          </p:cNvSpPr>
          <p:nvPr>
            <p:ph type="body" sz="quarter" idx="20" hasCustomPrompt="1"/>
          </p:nvPr>
        </p:nvSpPr>
        <p:spPr>
          <a:xfrm>
            <a:off x="4371875" y="3442448"/>
            <a:ext cx="1587600"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4</a:t>
            </a:r>
          </a:p>
        </p:txBody>
      </p:sp>
      <p:sp>
        <p:nvSpPr>
          <p:cNvPr id="14" name="Text Placeholder 2">
            <a:extLst>
              <a:ext uri="{FF2B5EF4-FFF2-40B4-BE49-F238E27FC236}">
                <a16:creationId xmlns:a16="http://schemas.microsoft.com/office/drawing/2014/main" id="{E251C719-BC21-8C4B-9DBC-6E80CFA162A9}"/>
              </a:ext>
            </a:extLst>
          </p:cNvPr>
          <p:cNvSpPr>
            <a:spLocks noGrp="1"/>
          </p:cNvSpPr>
          <p:nvPr>
            <p:ph type="body" sz="quarter" idx="21" hasCustomPrompt="1"/>
          </p:nvPr>
        </p:nvSpPr>
        <p:spPr>
          <a:xfrm>
            <a:off x="7198939" y="3442447"/>
            <a:ext cx="1584326"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5</a:t>
            </a:r>
          </a:p>
        </p:txBody>
      </p:sp>
      <p:sp>
        <p:nvSpPr>
          <p:cNvPr id="15" name="Text Placeholder 2">
            <a:extLst>
              <a:ext uri="{FF2B5EF4-FFF2-40B4-BE49-F238E27FC236}">
                <a16:creationId xmlns:a16="http://schemas.microsoft.com/office/drawing/2014/main" id="{F4273179-F1BC-0844-A024-D6A32BBE630E}"/>
              </a:ext>
            </a:extLst>
          </p:cNvPr>
          <p:cNvSpPr>
            <a:spLocks noGrp="1"/>
          </p:cNvSpPr>
          <p:nvPr>
            <p:ph type="body" sz="quarter" idx="22" hasCustomPrompt="1"/>
          </p:nvPr>
        </p:nvSpPr>
        <p:spPr>
          <a:xfrm>
            <a:off x="10013950" y="3453944"/>
            <a:ext cx="1595438"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6</a:t>
            </a:r>
          </a:p>
        </p:txBody>
      </p:sp>
      <p:sp>
        <p:nvSpPr>
          <p:cNvPr id="17" name="Text Placeholder 16">
            <a:extLst>
              <a:ext uri="{FF2B5EF4-FFF2-40B4-BE49-F238E27FC236}">
                <a16:creationId xmlns:a16="http://schemas.microsoft.com/office/drawing/2014/main" id="{A6C6A35A-94DF-F144-AECD-CDD578CC4A7D}"/>
              </a:ext>
            </a:extLst>
          </p:cNvPr>
          <p:cNvSpPr>
            <a:spLocks noGrp="1"/>
          </p:cNvSpPr>
          <p:nvPr>
            <p:ph type="body" sz="quarter" idx="23"/>
          </p:nvPr>
        </p:nvSpPr>
        <p:spPr>
          <a:xfrm>
            <a:off x="584200" y="1436688"/>
            <a:ext cx="2538413" cy="1249573"/>
          </a:xfrm>
        </p:spPr>
        <p:txBody>
          <a:bodyPr/>
          <a:lstStyle>
            <a:lvl1pPr marL="0" indent="0">
              <a:buNone/>
              <a:defRPr sz="1400">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61988" indent="0">
              <a:buNone/>
              <a:defRPr sz="1400">
                <a:solidFill>
                  <a:schemeClr val="tx1"/>
                </a:solidFill>
              </a:defRPr>
            </a:lvl4pPr>
            <a:lvl5pPr marL="855663"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5187997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0" pos="1967">
          <p15:clr>
            <a:srgbClr val="A4A3A4"/>
          </p15:clr>
        </p15:guide>
        <p15:guide id="11" pos="2150">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8" orient="horz" pos="905">
          <p15:clr>
            <a:srgbClr val="5ACBF0"/>
          </p15:clr>
        </p15:guide>
        <p15:guide id="30" orient="horz" pos="288">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47770739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and text side by side multi colum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dirty="0"/>
              <a:t>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13" name="Text Placeholder 12">
            <a:extLst>
              <a:ext uri="{FF2B5EF4-FFF2-40B4-BE49-F238E27FC236}">
                <a16:creationId xmlns:a16="http://schemas.microsoft.com/office/drawing/2014/main" id="{5A7F7DDB-BF21-0B40-8DBB-D5BC0B4C25FC}"/>
              </a:ext>
            </a:extLst>
          </p:cNvPr>
          <p:cNvSpPr>
            <a:spLocks noGrp="1"/>
          </p:cNvSpPr>
          <p:nvPr>
            <p:ph type="body" sz="quarter" idx="12" hasCustomPrompt="1"/>
          </p:nvPr>
        </p:nvSpPr>
        <p:spPr>
          <a:xfrm>
            <a:off x="4941888" y="125801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
        <p:nvSpPr>
          <p:cNvPr id="14" name="Text Placeholder 12">
            <a:extLst>
              <a:ext uri="{FF2B5EF4-FFF2-40B4-BE49-F238E27FC236}">
                <a16:creationId xmlns:a16="http://schemas.microsoft.com/office/drawing/2014/main" id="{4BDDDD90-9BFD-D94C-A026-A013126F234B}"/>
              </a:ext>
            </a:extLst>
          </p:cNvPr>
          <p:cNvSpPr>
            <a:spLocks noGrp="1"/>
          </p:cNvSpPr>
          <p:nvPr>
            <p:ph type="body" sz="quarter" idx="13" hasCustomPrompt="1"/>
          </p:nvPr>
        </p:nvSpPr>
        <p:spPr>
          <a:xfrm>
            <a:off x="8688288" y="125801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
        <p:nvSpPr>
          <p:cNvPr id="15" name="Text Placeholder 12">
            <a:extLst>
              <a:ext uri="{FF2B5EF4-FFF2-40B4-BE49-F238E27FC236}">
                <a16:creationId xmlns:a16="http://schemas.microsoft.com/office/drawing/2014/main" id="{232B6EB5-03C8-914E-9180-000AE9B40A6D}"/>
              </a:ext>
            </a:extLst>
          </p:cNvPr>
          <p:cNvSpPr>
            <a:spLocks noGrp="1"/>
          </p:cNvSpPr>
          <p:nvPr>
            <p:ph type="body" sz="quarter" idx="14" hasCustomPrompt="1"/>
          </p:nvPr>
        </p:nvSpPr>
        <p:spPr>
          <a:xfrm>
            <a:off x="4941988" y="296068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
        <p:nvSpPr>
          <p:cNvPr id="16" name="Text Placeholder 12">
            <a:extLst>
              <a:ext uri="{FF2B5EF4-FFF2-40B4-BE49-F238E27FC236}">
                <a16:creationId xmlns:a16="http://schemas.microsoft.com/office/drawing/2014/main" id="{E05CAB66-4649-1E49-8948-4B95A4DA20C6}"/>
              </a:ext>
            </a:extLst>
          </p:cNvPr>
          <p:cNvSpPr>
            <a:spLocks noGrp="1"/>
          </p:cNvSpPr>
          <p:nvPr>
            <p:ph type="body" sz="quarter" idx="15" hasCustomPrompt="1"/>
          </p:nvPr>
        </p:nvSpPr>
        <p:spPr>
          <a:xfrm>
            <a:off x="8688388" y="296068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
        <p:nvSpPr>
          <p:cNvPr id="17" name="Text Placeholder 12">
            <a:extLst>
              <a:ext uri="{FF2B5EF4-FFF2-40B4-BE49-F238E27FC236}">
                <a16:creationId xmlns:a16="http://schemas.microsoft.com/office/drawing/2014/main" id="{42F89A67-E82E-F843-9DEB-23D191BCA6DA}"/>
              </a:ext>
            </a:extLst>
          </p:cNvPr>
          <p:cNvSpPr>
            <a:spLocks noGrp="1"/>
          </p:cNvSpPr>
          <p:nvPr>
            <p:ph type="body" sz="quarter" idx="16" hasCustomPrompt="1"/>
          </p:nvPr>
        </p:nvSpPr>
        <p:spPr>
          <a:xfrm>
            <a:off x="4941988" y="4545013"/>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
        <p:nvSpPr>
          <p:cNvPr id="18" name="Text Placeholder 12">
            <a:extLst>
              <a:ext uri="{FF2B5EF4-FFF2-40B4-BE49-F238E27FC236}">
                <a16:creationId xmlns:a16="http://schemas.microsoft.com/office/drawing/2014/main" id="{0B8598BC-5AC5-AD4D-A8E2-20CD9CD176BF}"/>
              </a:ext>
            </a:extLst>
          </p:cNvPr>
          <p:cNvSpPr>
            <a:spLocks noGrp="1"/>
          </p:cNvSpPr>
          <p:nvPr>
            <p:ph type="body" sz="quarter" idx="17" hasCustomPrompt="1"/>
          </p:nvPr>
        </p:nvSpPr>
        <p:spPr>
          <a:xfrm>
            <a:off x="8688388" y="4545013"/>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Tree>
    <p:extLst>
      <p:ext uri="{BB962C8B-B14F-4D97-AF65-F5344CB8AC3E}">
        <p14:creationId xmlns:p14="http://schemas.microsoft.com/office/powerpoint/2010/main" val="3678369299"/>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30" pos="2376">
          <p15:clr>
            <a:srgbClr val="5ACBF0"/>
          </p15:clr>
        </p15:guide>
        <p15:guide id="31" pos="3113">
          <p15:clr>
            <a:srgbClr val="5ACBF0"/>
          </p15:clr>
        </p15:guide>
        <p15:guide id="32" pos="5473" userDrawn="1">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and text side by side multi column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dirty="0"/>
              <a:t>Resources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29" name="Text Placeholder 4">
            <a:extLst>
              <a:ext uri="{FF2B5EF4-FFF2-40B4-BE49-F238E27FC236}">
                <a16:creationId xmlns:a16="http://schemas.microsoft.com/office/drawing/2014/main" id="{8F144F22-0BD6-9648-A319-DDB697CF396B}"/>
              </a:ext>
            </a:extLst>
          </p:cNvPr>
          <p:cNvSpPr>
            <a:spLocks noGrp="1"/>
          </p:cNvSpPr>
          <p:nvPr>
            <p:ph type="body" sz="quarter" idx="12" hasCustomPrompt="1"/>
          </p:nvPr>
        </p:nvSpPr>
        <p:spPr>
          <a:xfrm>
            <a:off x="8688289" y="718472"/>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30" name="Text Placeholder 7">
            <a:extLst>
              <a:ext uri="{FF2B5EF4-FFF2-40B4-BE49-F238E27FC236}">
                <a16:creationId xmlns:a16="http://schemas.microsoft.com/office/drawing/2014/main" id="{5CF58F7B-2211-6646-985A-CAD949B1B5E7}"/>
              </a:ext>
            </a:extLst>
          </p:cNvPr>
          <p:cNvSpPr>
            <a:spLocks noGrp="1"/>
          </p:cNvSpPr>
          <p:nvPr>
            <p:ph type="body" sz="quarter" idx="13" hasCustomPrompt="1"/>
          </p:nvPr>
        </p:nvSpPr>
        <p:spPr>
          <a:xfrm>
            <a:off x="8688288" y="1346405"/>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
        <p:nvSpPr>
          <p:cNvPr id="31" name="Text Placeholder 4">
            <a:extLst>
              <a:ext uri="{FF2B5EF4-FFF2-40B4-BE49-F238E27FC236}">
                <a16:creationId xmlns:a16="http://schemas.microsoft.com/office/drawing/2014/main" id="{405EE505-078A-9D4D-AB44-E74DDB284FDF}"/>
              </a:ext>
            </a:extLst>
          </p:cNvPr>
          <p:cNvSpPr>
            <a:spLocks noGrp="1"/>
          </p:cNvSpPr>
          <p:nvPr>
            <p:ph type="body" sz="quarter" idx="14" hasCustomPrompt="1"/>
          </p:nvPr>
        </p:nvSpPr>
        <p:spPr>
          <a:xfrm>
            <a:off x="4943872" y="718472"/>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32" name="Text Placeholder 7">
            <a:extLst>
              <a:ext uri="{FF2B5EF4-FFF2-40B4-BE49-F238E27FC236}">
                <a16:creationId xmlns:a16="http://schemas.microsoft.com/office/drawing/2014/main" id="{C8C6E084-6AAE-1F47-A359-962769636923}"/>
              </a:ext>
            </a:extLst>
          </p:cNvPr>
          <p:cNvSpPr>
            <a:spLocks noGrp="1"/>
          </p:cNvSpPr>
          <p:nvPr>
            <p:ph type="body" sz="quarter" idx="15" hasCustomPrompt="1"/>
          </p:nvPr>
        </p:nvSpPr>
        <p:spPr>
          <a:xfrm>
            <a:off x="4943871" y="1346405"/>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
        <p:nvSpPr>
          <p:cNvPr id="33" name="Text Placeholder 4">
            <a:extLst>
              <a:ext uri="{FF2B5EF4-FFF2-40B4-BE49-F238E27FC236}">
                <a16:creationId xmlns:a16="http://schemas.microsoft.com/office/drawing/2014/main" id="{1028C337-4BBC-0847-9E7B-072AA5006B67}"/>
              </a:ext>
            </a:extLst>
          </p:cNvPr>
          <p:cNvSpPr>
            <a:spLocks noGrp="1"/>
          </p:cNvSpPr>
          <p:nvPr>
            <p:ph type="body" sz="quarter" idx="16" hasCustomPrompt="1"/>
          </p:nvPr>
        </p:nvSpPr>
        <p:spPr>
          <a:xfrm>
            <a:off x="8688388" y="2528888"/>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34" name="Text Placeholder 7">
            <a:extLst>
              <a:ext uri="{FF2B5EF4-FFF2-40B4-BE49-F238E27FC236}">
                <a16:creationId xmlns:a16="http://schemas.microsoft.com/office/drawing/2014/main" id="{3CA908C0-CC26-994C-BCBB-16677F403D53}"/>
              </a:ext>
            </a:extLst>
          </p:cNvPr>
          <p:cNvSpPr>
            <a:spLocks noGrp="1"/>
          </p:cNvSpPr>
          <p:nvPr>
            <p:ph type="body" sz="quarter" idx="17" hasCustomPrompt="1"/>
          </p:nvPr>
        </p:nvSpPr>
        <p:spPr>
          <a:xfrm>
            <a:off x="8688387" y="3156821"/>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
        <p:nvSpPr>
          <p:cNvPr id="35" name="Text Placeholder 4">
            <a:extLst>
              <a:ext uri="{FF2B5EF4-FFF2-40B4-BE49-F238E27FC236}">
                <a16:creationId xmlns:a16="http://schemas.microsoft.com/office/drawing/2014/main" id="{2DF3FE50-082A-0948-BD94-1E474F8B6650}"/>
              </a:ext>
            </a:extLst>
          </p:cNvPr>
          <p:cNvSpPr>
            <a:spLocks noGrp="1"/>
          </p:cNvSpPr>
          <p:nvPr>
            <p:ph type="body" sz="quarter" idx="18" hasCustomPrompt="1"/>
          </p:nvPr>
        </p:nvSpPr>
        <p:spPr>
          <a:xfrm>
            <a:off x="4943971" y="2528888"/>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36" name="Text Placeholder 7">
            <a:extLst>
              <a:ext uri="{FF2B5EF4-FFF2-40B4-BE49-F238E27FC236}">
                <a16:creationId xmlns:a16="http://schemas.microsoft.com/office/drawing/2014/main" id="{51B46850-7DCD-C045-8688-B3173EA7128A}"/>
              </a:ext>
            </a:extLst>
          </p:cNvPr>
          <p:cNvSpPr>
            <a:spLocks noGrp="1"/>
          </p:cNvSpPr>
          <p:nvPr>
            <p:ph type="body" sz="quarter" idx="19" hasCustomPrompt="1"/>
          </p:nvPr>
        </p:nvSpPr>
        <p:spPr>
          <a:xfrm>
            <a:off x="4943970" y="3156821"/>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
        <p:nvSpPr>
          <p:cNvPr id="37" name="Text Placeholder 4">
            <a:extLst>
              <a:ext uri="{FF2B5EF4-FFF2-40B4-BE49-F238E27FC236}">
                <a16:creationId xmlns:a16="http://schemas.microsoft.com/office/drawing/2014/main" id="{2281B86D-86C4-EF4D-8E51-FA06DC5C129C}"/>
              </a:ext>
            </a:extLst>
          </p:cNvPr>
          <p:cNvSpPr>
            <a:spLocks noGrp="1"/>
          </p:cNvSpPr>
          <p:nvPr>
            <p:ph type="body" sz="quarter" idx="20" hasCustomPrompt="1"/>
          </p:nvPr>
        </p:nvSpPr>
        <p:spPr>
          <a:xfrm>
            <a:off x="8688388" y="4508500"/>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38" name="Text Placeholder 7">
            <a:extLst>
              <a:ext uri="{FF2B5EF4-FFF2-40B4-BE49-F238E27FC236}">
                <a16:creationId xmlns:a16="http://schemas.microsoft.com/office/drawing/2014/main" id="{CD7C6A60-8B27-F941-BE59-3393319E04A8}"/>
              </a:ext>
            </a:extLst>
          </p:cNvPr>
          <p:cNvSpPr>
            <a:spLocks noGrp="1"/>
          </p:cNvSpPr>
          <p:nvPr>
            <p:ph type="body" sz="quarter" idx="21" hasCustomPrompt="1"/>
          </p:nvPr>
        </p:nvSpPr>
        <p:spPr>
          <a:xfrm>
            <a:off x="8688387" y="5136433"/>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
        <p:nvSpPr>
          <p:cNvPr id="39" name="Text Placeholder 4">
            <a:extLst>
              <a:ext uri="{FF2B5EF4-FFF2-40B4-BE49-F238E27FC236}">
                <a16:creationId xmlns:a16="http://schemas.microsoft.com/office/drawing/2014/main" id="{65525191-F6B4-544C-B681-5D4D7614A715}"/>
              </a:ext>
            </a:extLst>
          </p:cNvPr>
          <p:cNvSpPr>
            <a:spLocks noGrp="1"/>
          </p:cNvSpPr>
          <p:nvPr>
            <p:ph type="body" sz="quarter" idx="22" hasCustomPrompt="1"/>
          </p:nvPr>
        </p:nvSpPr>
        <p:spPr>
          <a:xfrm>
            <a:off x="4943971" y="4508500"/>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40" name="Text Placeholder 7">
            <a:extLst>
              <a:ext uri="{FF2B5EF4-FFF2-40B4-BE49-F238E27FC236}">
                <a16:creationId xmlns:a16="http://schemas.microsoft.com/office/drawing/2014/main" id="{382BF458-E658-2448-A63F-544B4E757619}"/>
              </a:ext>
            </a:extLst>
          </p:cNvPr>
          <p:cNvSpPr>
            <a:spLocks noGrp="1"/>
          </p:cNvSpPr>
          <p:nvPr>
            <p:ph type="body" sz="quarter" idx="23" hasCustomPrompt="1"/>
          </p:nvPr>
        </p:nvSpPr>
        <p:spPr>
          <a:xfrm>
            <a:off x="4943970" y="5136433"/>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Tree>
    <p:extLst>
      <p:ext uri="{BB962C8B-B14F-4D97-AF65-F5344CB8AC3E}">
        <p14:creationId xmlns:p14="http://schemas.microsoft.com/office/powerpoint/2010/main" val="152312443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30" pos="2376">
          <p15:clr>
            <a:srgbClr val="5ACBF0"/>
          </p15:clr>
        </p15:guide>
        <p15:guide id="31" pos="3113">
          <p15:clr>
            <a:srgbClr val="5ACBF0"/>
          </p15:clr>
        </p15:guide>
        <p15:guide id="32" pos="5473" userDrawn="1">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2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75747"/>
          </a:xfrm>
        </p:spPr>
        <p:txBody>
          <a:bodyPr anchor="t">
            <a:noAutofit/>
          </a:bodyPr>
          <a:lstStyle>
            <a:lvl1pPr>
              <a:defRPr>
                <a:solidFill>
                  <a:schemeClr val="accent3"/>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584200" y="1286005"/>
            <a:ext cx="3187700" cy="4983033"/>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en-US" dirty="0"/>
              <a:t>Subtitle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69248679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783590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4200" y="585788"/>
            <a:ext cx="6088063" cy="608698"/>
          </a:xfrm>
        </p:spPr>
        <p:txBody>
          <a:bodyPr anchor="t">
            <a:noAutofit/>
          </a:bodyPr>
          <a:lstStyle>
            <a:lvl1pPr>
              <a:defRPr>
                <a:solidFill>
                  <a:schemeClr val="tx2"/>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8361404" y="585788"/>
            <a:ext cx="3247983" cy="5683249"/>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7" name="Text Placeholder 2">
            <a:extLst>
              <a:ext uri="{FF2B5EF4-FFF2-40B4-BE49-F238E27FC236}">
                <a16:creationId xmlns:a16="http://schemas.microsoft.com/office/drawing/2014/main" id="{731C9FF9-0EE9-A946-8C26-107C9EB0E78C}"/>
              </a:ext>
            </a:extLst>
          </p:cNvPr>
          <p:cNvSpPr>
            <a:spLocks noGrp="1"/>
          </p:cNvSpPr>
          <p:nvPr>
            <p:ph type="body" sz="quarter" idx="12"/>
          </p:nvPr>
        </p:nvSpPr>
        <p:spPr>
          <a:xfrm>
            <a:off x="584200" y="1196752"/>
            <a:ext cx="6088063" cy="2232247"/>
          </a:xfrm>
        </p:spPr>
        <p:txBody>
          <a:bodyPr anchor="t">
            <a:noAutofit/>
          </a:bodyPr>
          <a:lstStyle>
            <a:lvl1pPr marL="0" indent="0">
              <a:spcAft>
                <a:spcPts val="600"/>
              </a:spcAft>
              <a:buFont typeface="Wingdings" panose="05000000000000000000" pitchFamily="2" charset="2"/>
              <a:buNone/>
              <a:defRPr sz="20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475047256"/>
      </p:ext>
    </p:extLst>
  </p:cSld>
  <p:clrMapOvr>
    <a:masterClrMapping/>
  </p:clrMapOvr>
  <p:transition>
    <p:fade/>
  </p:transition>
  <p:extLst>
    <p:ext uri="{DCECCB84-F9BA-43D5-87BE-67443E8EF086}">
      <p15:sldGuideLst xmlns:p15="http://schemas.microsoft.com/office/powerpoint/2012/main">
        <p15:guide id="13" pos="4929" userDrawn="1">
          <p15:clr>
            <a:srgbClr val="5ACBF0"/>
          </p15:clr>
        </p15:guide>
        <p15:guide id="29" orient="horz" pos="2160">
          <p15:clr>
            <a:srgbClr val="5ACBF0"/>
          </p15:clr>
        </p15:guide>
        <p15:guide id="30" pos="4566" userDrawn="1">
          <p15:clr>
            <a:srgbClr val="5ACBF0"/>
          </p15:clr>
        </p15:guide>
        <p15:guide id="31" pos="4203" userDrawn="1">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and text side by sid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noAutofit/>
          </a:bodyPr>
          <a:lstStyle>
            <a:lvl1pPr>
              <a:defRPr>
                <a:solidFill>
                  <a:schemeClr val="tx1"/>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noAutofit/>
          </a:bodyPr>
          <a:lstStyle>
            <a:lvl1pPr marL="0" indent="0">
              <a:spcAft>
                <a:spcPts val="600"/>
              </a:spcAft>
              <a:buFont typeface="Wingdings" panose="05000000000000000000" pitchFamily="2" charset="2"/>
              <a:buNone/>
              <a:defRPr>
                <a:solidFill>
                  <a:schemeClr val="tx1"/>
                </a:solidFill>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88644385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and text side by side 5">
    <p:bg>
      <p:bgRef idx="1001">
        <a:schemeClr val="bg2"/>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8DDDE60-CF92-3E47-B933-9AD563CFC823}"/>
              </a:ext>
              <a:ext uri="{C183D7F6-B498-43B3-948B-1728B52AA6E4}">
                <adec:decorative xmlns:adec="http://schemas.microsoft.com/office/drawing/2017/decorative" val="1"/>
              </a:ext>
            </a:extLst>
          </p:cNvPr>
          <p:cNvCxnSpPr>
            <a:cxnSpLocks/>
          </p:cNvCxnSpPr>
          <p:nvPr userDrawn="1"/>
        </p:nvCxnSpPr>
        <p:spPr>
          <a:xfrm>
            <a:off x="6096000" y="1989442"/>
            <a:ext cx="0" cy="2879117"/>
          </a:xfrm>
          <a:prstGeom prst="line">
            <a:avLst/>
          </a:prstGeom>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A9E8FB02-E25B-E14D-8924-32CC3949ADD1}"/>
              </a:ext>
            </a:extLst>
          </p:cNvPr>
          <p:cNvSpPr>
            <a:spLocks noGrp="1"/>
          </p:cNvSpPr>
          <p:nvPr>
            <p:ph type="title" hasCustomPrompt="1"/>
          </p:nvPr>
        </p:nvSpPr>
        <p:spPr>
          <a:xfrm>
            <a:off x="588263" y="585788"/>
            <a:ext cx="4894962" cy="5683250"/>
          </a:xfrm>
        </p:spPr>
        <p:txBody>
          <a:bodyPr anchor="ctr">
            <a:noAutofit/>
          </a:bodyPr>
          <a:lstStyle>
            <a:lvl1pPr>
              <a:defRPr>
                <a:solidFill>
                  <a:schemeClr val="accent3"/>
                </a:solidFill>
              </a:defRPr>
            </a:lvl1pPr>
          </a:lstStyle>
          <a:p>
            <a:r>
              <a:rPr lang="en-US" dirty="0"/>
              <a:t>Title</a:t>
            </a:r>
          </a:p>
        </p:txBody>
      </p:sp>
      <p:sp>
        <p:nvSpPr>
          <p:cNvPr id="6" name="Text Placeholder 2">
            <a:extLst>
              <a:ext uri="{FF2B5EF4-FFF2-40B4-BE49-F238E27FC236}">
                <a16:creationId xmlns:a16="http://schemas.microsoft.com/office/drawing/2014/main" id="{C74FD3CD-1AFC-E14A-A565-37F4D59C5377}"/>
              </a:ext>
            </a:extLst>
          </p:cNvPr>
          <p:cNvSpPr>
            <a:spLocks noGrp="1"/>
          </p:cNvSpPr>
          <p:nvPr>
            <p:ph type="body" sz="quarter" idx="11"/>
          </p:nvPr>
        </p:nvSpPr>
        <p:spPr>
          <a:xfrm>
            <a:off x="6672262" y="585788"/>
            <a:ext cx="4937125" cy="5683249"/>
          </a:xfrm>
        </p:spPr>
        <p:txBody>
          <a:bodyPr anchor="ctr">
            <a:noAutofit/>
          </a:bodyPr>
          <a:lstStyle>
            <a:lvl1pPr marL="0" indent="0">
              <a:spcAft>
                <a:spcPts val="600"/>
              </a:spcAft>
              <a:buFont typeface="Wingdings" panose="05000000000000000000" pitchFamily="2" charset="2"/>
              <a:buNone/>
              <a:defRPr>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405326340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6" pos="3749">
          <p15:clr>
            <a:srgbClr val="A4A3A4"/>
          </p15:clr>
        </p15:guide>
        <p15:guide id="17" pos="3931" userDrawn="1">
          <p15:clr>
            <a:srgbClr val="A4A3A4"/>
          </p15:clr>
        </p15:guide>
        <p15:guide id="28" pos="3840">
          <p15:clr>
            <a:srgbClr val="F26B43"/>
          </p15:clr>
        </p15:guide>
        <p15:guide id="29" pos="3454" userDrawn="1">
          <p15:clr>
            <a:srgbClr val="FBAE40"/>
          </p15:clr>
        </p15:guide>
        <p15:guide id="30" pos="4203" userDrawn="1">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Project Profi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753517-0CF4-2145-AABB-8F14C26A09AD}"/>
              </a:ext>
            </a:extLst>
          </p:cNvPr>
          <p:cNvSpPr/>
          <p:nvPr userDrawn="1"/>
        </p:nvSpPr>
        <p:spPr bwMode="auto">
          <a:xfrm>
            <a:off x="-1" y="0"/>
            <a:ext cx="5959475"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62DDA6FD-CC5D-0345-82C4-633849427A60}"/>
              </a:ext>
            </a:extLst>
          </p:cNvPr>
          <p:cNvSpPr>
            <a:spLocks noGrp="1"/>
          </p:cNvSpPr>
          <p:nvPr>
            <p:ph type="title" hasCustomPrompt="1"/>
          </p:nvPr>
        </p:nvSpPr>
        <p:spPr>
          <a:xfrm>
            <a:off x="588263" y="585788"/>
            <a:ext cx="4726687" cy="850900"/>
          </a:xfrm>
        </p:spPr>
        <p:txBody>
          <a:bodyPr anchor="t">
            <a:noAutofit/>
          </a:bodyPr>
          <a:lstStyle>
            <a:lvl1pPr>
              <a:defRPr>
                <a:solidFill>
                  <a:schemeClr val="accent3"/>
                </a:solidFill>
              </a:defRPr>
            </a:lvl1pPr>
          </a:lstStyle>
          <a:p>
            <a:r>
              <a:rPr lang="en-US" dirty="0"/>
              <a:t>Project Name</a:t>
            </a:r>
          </a:p>
        </p:txBody>
      </p:sp>
      <p:cxnSp>
        <p:nvCxnSpPr>
          <p:cNvPr id="11" name="Straight Connector 10">
            <a:extLst>
              <a:ext uri="{FF2B5EF4-FFF2-40B4-BE49-F238E27FC236}">
                <a16:creationId xmlns:a16="http://schemas.microsoft.com/office/drawing/2014/main" id="{B2304FDD-17CA-A147-9CB2-F7A4E83816B0}"/>
              </a:ext>
            </a:extLst>
          </p:cNvPr>
          <p:cNvCxnSpPr/>
          <p:nvPr userDrawn="1"/>
        </p:nvCxnSpPr>
        <p:spPr>
          <a:xfrm>
            <a:off x="6240463" y="2028346"/>
            <a:ext cx="5368925"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3" name="Text Placeholder 22">
            <a:extLst>
              <a:ext uri="{FF2B5EF4-FFF2-40B4-BE49-F238E27FC236}">
                <a16:creationId xmlns:a16="http://schemas.microsoft.com/office/drawing/2014/main" id="{7E88AE75-9022-0C40-AABE-5A0B8F88A37D}"/>
              </a:ext>
            </a:extLst>
          </p:cNvPr>
          <p:cNvSpPr>
            <a:spLocks noGrp="1"/>
          </p:cNvSpPr>
          <p:nvPr>
            <p:ph type="body" sz="quarter" idx="10" hasCustomPrompt="1"/>
          </p:nvPr>
        </p:nvSpPr>
        <p:spPr>
          <a:xfrm>
            <a:off x="584201" y="2017713"/>
            <a:ext cx="3481387" cy="2326791"/>
          </a:xfrm>
        </p:spPr>
        <p:txBody>
          <a:bodyPr/>
          <a:lstStyle>
            <a:lvl1pPr marL="0" indent="0">
              <a:lnSpc>
                <a:spcPct val="100000"/>
              </a:lnSpc>
              <a:buNone/>
              <a:defRPr sz="1800">
                <a:solidFill>
                  <a:schemeClr val="bg1"/>
                </a:solidFill>
              </a:defRPr>
            </a:lvl1pPr>
            <a:lvl2pPr marL="228600" indent="0">
              <a:buNone/>
              <a:defRPr sz="1800">
                <a:solidFill>
                  <a:schemeClr val="bg1"/>
                </a:solidFill>
              </a:defRPr>
            </a:lvl2pPr>
            <a:lvl3pPr marL="457200" indent="0">
              <a:buNone/>
              <a:defRPr sz="1800">
                <a:solidFill>
                  <a:schemeClr val="bg1"/>
                </a:solidFill>
              </a:defRPr>
            </a:lvl3pPr>
            <a:lvl4pPr marL="661988" indent="0">
              <a:buNone/>
              <a:defRPr sz="1800">
                <a:solidFill>
                  <a:schemeClr val="bg1"/>
                </a:solidFill>
              </a:defRPr>
            </a:lvl4pPr>
            <a:lvl5pPr marL="855663" indent="0">
              <a:buNone/>
              <a:defRPr sz="1800">
                <a:solidFill>
                  <a:schemeClr val="bg1"/>
                </a:solidFill>
              </a:defRPr>
            </a:lvl5pPr>
          </a:lstStyle>
          <a:p>
            <a:pPr>
              <a:lnSpc>
                <a:spcPct val="100000"/>
              </a:lnSpc>
            </a:pPr>
            <a:r>
              <a:rPr lang="en-US" sz="1800" b="0" dirty="0">
                <a:solidFill>
                  <a:schemeClr val="bg1"/>
                </a:solidFill>
                <a:latin typeface="Segoe UI" panose="020B0502040204020203" pitchFamily="34" charset="0"/>
                <a:cs typeface="Segoe UI" panose="020B0502040204020203" pitchFamily="34" charset="0"/>
              </a:rPr>
              <a:t>Provide more context and a detailed overview of what the project goals are, what you have or hope to accomplish.</a:t>
            </a:r>
          </a:p>
          <a:p>
            <a:pPr>
              <a:lnSpc>
                <a:spcPct val="100000"/>
              </a:lnSpc>
            </a:pPr>
            <a:endParaRPr lang="en-US" sz="1800" b="0" dirty="0">
              <a:solidFill>
                <a:schemeClr val="bg1"/>
              </a:solidFill>
              <a:latin typeface="Segoe UI" panose="020B0502040204020203" pitchFamily="34" charset="0"/>
              <a:cs typeface="Segoe UI" panose="020B0502040204020203" pitchFamily="34" charset="0"/>
            </a:endParaRPr>
          </a:p>
          <a:p>
            <a:pPr>
              <a:lnSpc>
                <a:spcPct val="100000"/>
              </a:lnSpc>
            </a:pPr>
            <a:r>
              <a:rPr lang="en-US" sz="1800" b="0" dirty="0">
                <a:solidFill>
                  <a:schemeClr val="bg1"/>
                </a:solidFill>
                <a:latin typeface="Segoe UI" panose="020B0502040204020203" pitchFamily="34" charset="0"/>
                <a:cs typeface="Segoe UI" panose="020B0502040204020203" pitchFamily="34" charset="0"/>
              </a:rPr>
              <a:t>This space accommodates multiple lines of text so there is enough room to give details.</a:t>
            </a:r>
          </a:p>
        </p:txBody>
      </p:sp>
      <p:sp>
        <p:nvSpPr>
          <p:cNvPr id="32" name="Text Placeholder 31">
            <a:extLst>
              <a:ext uri="{FF2B5EF4-FFF2-40B4-BE49-F238E27FC236}">
                <a16:creationId xmlns:a16="http://schemas.microsoft.com/office/drawing/2014/main" id="{A0CD7186-AF1B-F240-9FA1-9EE24D7F044C}"/>
              </a:ext>
            </a:extLst>
          </p:cNvPr>
          <p:cNvSpPr>
            <a:spLocks noGrp="1"/>
          </p:cNvSpPr>
          <p:nvPr>
            <p:ph type="body" sz="quarter" idx="11" hasCustomPrompt="1"/>
          </p:nvPr>
        </p:nvSpPr>
        <p:spPr>
          <a:xfrm>
            <a:off x="6240463" y="585788"/>
            <a:ext cx="1597025"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dirty="0"/>
              <a:t>$2M</a:t>
            </a:r>
          </a:p>
        </p:txBody>
      </p:sp>
      <p:sp>
        <p:nvSpPr>
          <p:cNvPr id="33" name="Text Placeholder 31">
            <a:extLst>
              <a:ext uri="{FF2B5EF4-FFF2-40B4-BE49-F238E27FC236}">
                <a16:creationId xmlns:a16="http://schemas.microsoft.com/office/drawing/2014/main" id="{7587C738-B53A-F743-AF70-728C3FB00C7E}"/>
              </a:ext>
            </a:extLst>
          </p:cNvPr>
          <p:cNvSpPr>
            <a:spLocks noGrp="1"/>
          </p:cNvSpPr>
          <p:nvPr>
            <p:ph type="body" sz="quarter" idx="12" hasCustomPrompt="1"/>
          </p:nvPr>
        </p:nvSpPr>
        <p:spPr>
          <a:xfrm>
            <a:off x="8148638" y="585788"/>
            <a:ext cx="1560611"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dirty="0"/>
              <a:t>70%</a:t>
            </a:r>
          </a:p>
        </p:txBody>
      </p:sp>
      <p:sp>
        <p:nvSpPr>
          <p:cNvPr id="34" name="Text Placeholder 31">
            <a:extLst>
              <a:ext uri="{FF2B5EF4-FFF2-40B4-BE49-F238E27FC236}">
                <a16:creationId xmlns:a16="http://schemas.microsoft.com/office/drawing/2014/main" id="{51CBA738-F416-D541-8E97-0F3A7416055D}"/>
              </a:ext>
            </a:extLst>
          </p:cNvPr>
          <p:cNvSpPr>
            <a:spLocks noGrp="1"/>
          </p:cNvSpPr>
          <p:nvPr>
            <p:ph type="body" sz="quarter" idx="13" hasCustomPrompt="1"/>
          </p:nvPr>
        </p:nvSpPr>
        <p:spPr>
          <a:xfrm>
            <a:off x="10013951" y="585788"/>
            <a:ext cx="1595438"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dirty="0"/>
              <a:t>300</a:t>
            </a:r>
          </a:p>
        </p:txBody>
      </p:sp>
      <p:sp>
        <p:nvSpPr>
          <p:cNvPr id="36" name="Text Placeholder 35">
            <a:extLst>
              <a:ext uri="{FF2B5EF4-FFF2-40B4-BE49-F238E27FC236}">
                <a16:creationId xmlns:a16="http://schemas.microsoft.com/office/drawing/2014/main" id="{28B23554-69BF-764F-A44D-94C8151E6484}"/>
              </a:ext>
            </a:extLst>
          </p:cNvPr>
          <p:cNvSpPr>
            <a:spLocks noGrp="1"/>
          </p:cNvSpPr>
          <p:nvPr>
            <p:ph type="body" sz="quarter" idx="14" hasCustomPrompt="1"/>
          </p:nvPr>
        </p:nvSpPr>
        <p:spPr>
          <a:xfrm>
            <a:off x="6240463" y="1233489"/>
            <a:ext cx="1571625"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Financial</a:t>
            </a:r>
          </a:p>
          <a:p>
            <a:pPr lvl="0"/>
            <a:r>
              <a:rPr lang="en-US" dirty="0"/>
              <a:t>Value</a:t>
            </a:r>
          </a:p>
        </p:txBody>
      </p:sp>
      <p:sp>
        <p:nvSpPr>
          <p:cNvPr id="37" name="Text Placeholder 35">
            <a:extLst>
              <a:ext uri="{FF2B5EF4-FFF2-40B4-BE49-F238E27FC236}">
                <a16:creationId xmlns:a16="http://schemas.microsoft.com/office/drawing/2014/main" id="{F959484E-ADD1-F94C-8470-0C113E2E167A}"/>
              </a:ext>
            </a:extLst>
          </p:cNvPr>
          <p:cNvSpPr>
            <a:spLocks noGrp="1"/>
          </p:cNvSpPr>
          <p:nvPr>
            <p:ph type="body" sz="quarter" idx="15" hasCustomPrompt="1"/>
          </p:nvPr>
        </p:nvSpPr>
        <p:spPr>
          <a:xfrm>
            <a:off x="8148638" y="1233489"/>
            <a:ext cx="1571625"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Percentage</a:t>
            </a:r>
          </a:p>
          <a:p>
            <a:pPr lvl="0"/>
            <a:r>
              <a:rPr lang="en-US" dirty="0"/>
              <a:t>Value</a:t>
            </a:r>
          </a:p>
        </p:txBody>
      </p:sp>
      <p:sp>
        <p:nvSpPr>
          <p:cNvPr id="38" name="Text Placeholder 35">
            <a:extLst>
              <a:ext uri="{FF2B5EF4-FFF2-40B4-BE49-F238E27FC236}">
                <a16:creationId xmlns:a16="http://schemas.microsoft.com/office/drawing/2014/main" id="{3B6DEB9F-381E-D641-A8C9-29A7CC18D3E2}"/>
              </a:ext>
            </a:extLst>
          </p:cNvPr>
          <p:cNvSpPr>
            <a:spLocks noGrp="1"/>
          </p:cNvSpPr>
          <p:nvPr>
            <p:ph type="body" sz="quarter" idx="16" hasCustomPrompt="1"/>
          </p:nvPr>
        </p:nvSpPr>
        <p:spPr>
          <a:xfrm>
            <a:off x="10013950" y="1233489"/>
            <a:ext cx="1595438"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Additional</a:t>
            </a:r>
          </a:p>
          <a:p>
            <a:pPr lvl="0"/>
            <a:r>
              <a:rPr lang="en-US" dirty="0"/>
              <a:t>Value</a:t>
            </a:r>
          </a:p>
        </p:txBody>
      </p:sp>
      <p:sp>
        <p:nvSpPr>
          <p:cNvPr id="40" name="Text Placeholder 39">
            <a:extLst>
              <a:ext uri="{FF2B5EF4-FFF2-40B4-BE49-F238E27FC236}">
                <a16:creationId xmlns:a16="http://schemas.microsoft.com/office/drawing/2014/main" id="{F5A202A1-4A1F-5843-BD54-EC098D909269}"/>
              </a:ext>
            </a:extLst>
          </p:cNvPr>
          <p:cNvSpPr>
            <a:spLocks noGrp="1"/>
          </p:cNvSpPr>
          <p:nvPr>
            <p:ph type="body" sz="quarter" idx="17" hasCustomPrompt="1"/>
          </p:nvPr>
        </p:nvSpPr>
        <p:spPr>
          <a:xfrm>
            <a:off x="6240463" y="2017713"/>
            <a:ext cx="4422775" cy="704222"/>
          </a:xfrm>
        </p:spPr>
        <p:txBody>
          <a:bodyPr lIns="90000" tIns="46800" rIns="90000" bIns="46800" anchor="b">
            <a:noAutofit/>
          </a:bodyPr>
          <a:lstStyle>
            <a:lvl1pPr marL="0" indent="0">
              <a:buNone/>
              <a:defRPr sz="2400">
                <a:latin typeface="+mj-lt"/>
              </a:defRPr>
            </a:lvl1pPr>
            <a:lvl2pPr marL="228600" indent="0">
              <a:buNone/>
              <a:defRPr>
                <a:latin typeface="+mj-lt"/>
              </a:defRPr>
            </a:lvl2pPr>
            <a:lvl3pPr marL="457200" indent="0">
              <a:buNone/>
              <a:defRPr>
                <a:latin typeface="+mj-lt"/>
              </a:defRPr>
            </a:lvl3pPr>
            <a:lvl4pPr marL="661988" indent="0">
              <a:buNone/>
              <a:defRPr>
                <a:latin typeface="+mj-lt"/>
              </a:defRPr>
            </a:lvl4pPr>
            <a:lvl5pPr marL="855663" indent="0">
              <a:buNone/>
              <a:defRPr>
                <a:latin typeface="+mj-lt"/>
              </a:defRPr>
            </a:lvl5pPr>
          </a:lstStyle>
          <a:p>
            <a:pPr lvl="0"/>
            <a:r>
              <a:rPr lang="en-US" dirty="0"/>
              <a:t>Project goals</a:t>
            </a:r>
          </a:p>
        </p:txBody>
      </p:sp>
      <p:sp>
        <p:nvSpPr>
          <p:cNvPr id="42" name="Text Placeholder 41">
            <a:extLst>
              <a:ext uri="{FF2B5EF4-FFF2-40B4-BE49-F238E27FC236}">
                <a16:creationId xmlns:a16="http://schemas.microsoft.com/office/drawing/2014/main" id="{9E4D6518-F39B-D540-BBC8-F615FE1B6AF1}"/>
              </a:ext>
            </a:extLst>
          </p:cNvPr>
          <p:cNvSpPr>
            <a:spLocks noGrp="1"/>
          </p:cNvSpPr>
          <p:nvPr>
            <p:ph type="body" sz="quarter" idx="18" hasCustomPrompt="1"/>
          </p:nvPr>
        </p:nvSpPr>
        <p:spPr>
          <a:xfrm>
            <a:off x="6240463" y="2977115"/>
            <a:ext cx="5368925" cy="1148317"/>
          </a:xfrm>
        </p:spPr>
        <p:txBody>
          <a:bodyPr lIns="90000" tIns="46800" rIns="90000" bIns="46800">
            <a:noAutofit/>
          </a:bodyPr>
          <a:lstStyle>
            <a:lvl1pPr marL="0" indent="0">
              <a:buNone/>
              <a:defRPr sz="1400">
                <a:solidFill>
                  <a:schemeClr val="accent6"/>
                </a:solidFill>
              </a:defRPr>
            </a:lvl1pPr>
            <a:lvl2pPr marL="228600" indent="0">
              <a:buNone/>
              <a:defRPr>
                <a:solidFill>
                  <a:schemeClr val="accent6"/>
                </a:solidFill>
              </a:defRPr>
            </a:lvl2pPr>
            <a:lvl3pPr marL="457200" indent="0">
              <a:buNone/>
              <a:defRPr>
                <a:solidFill>
                  <a:schemeClr val="accent6"/>
                </a:solidFill>
              </a:defRPr>
            </a:lvl3pPr>
            <a:lvl4pPr marL="661988" indent="0">
              <a:buNone/>
              <a:defRPr>
                <a:solidFill>
                  <a:schemeClr val="accent6"/>
                </a:solidFill>
              </a:defRPr>
            </a:lvl4pPr>
            <a:lvl5pPr marL="855663" indent="0">
              <a:buNone/>
              <a:defRPr>
                <a:solidFill>
                  <a:schemeClr val="accent6"/>
                </a:solidFill>
              </a:defRPr>
            </a:lvl5pPr>
          </a:lstStyle>
          <a:p>
            <a:pPr lvl="0"/>
            <a:r>
              <a:rPr lang="en-US" dirty="0"/>
              <a:t>Descriptive text</a:t>
            </a:r>
          </a:p>
        </p:txBody>
      </p:sp>
      <p:sp>
        <p:nvSpPr>
          <p:cNvPr id="43" name="Text Placeholder 39">
            <a:extLst>
              <a:ext uri="{FF2B5EF4-FFF2-40B4-BE49-F238E27FC236}">
                <a16:creationId xmlns:a16="http://schemas.microsoft.com/office/drawing/2014/main" id="{BFD70A96-999C-1A46-83A7-D06801F55DB7}"/>
              </a:ext>
            </a:extLst>
          </p:cNvPr>
          <p:cNvSpPr>
            <a:spLocks noGrp="1"/>
          </p:cNvSpPr>
          <p:nvPr>
            <p:ph type="body" sz="quarter" idx="19" hasCustomPrompt="1"/>
          </p:nvPr>
        </p:nvSpPr>
        <p:spPr>
          <a:xfrm>
            <a:off x="6240463" y="4161319"/>
            <a:ext cx="4422775" cy="704222"/>
          </a:xfrm>
        </p:spPr>
        <p:txBody>
          <a:bodyPr lIns="90000" tIns="46800" rIns="90000" bIns="46800" anchor="b">
            <a:noAutofit/>
          </a:bodyPr>
          <a:lstStyle>
            <a:lvl1pPr marL="0" indent="0">
              <a:buNone/>
              <a:defRPr sz="2400">
                <a:latin typeface="+mj-lt"/>
              </a:defRPr>
            </a:lvl1pPr>
            <a:lvl2pPr marL="228600" indent="0">
              <a:buNone/>
              <a:defRPr>
                <a:latin typeface="+mj-lt"/>
              </a:defRPr>
            </a:lvl2pPr>
            <a:lvl3pPr marL="457200" indent="0">
              <a:buNone/>
              <a:defRPr>
                <a:latin typeface="+mj-lt"/>
              </a:defRPr>
            </a:lvl3pPr>
            <a:lvl4pPr marL="661988" indent="0">
              <a:buNone/>
              <a:defRPr>
                <a:latin typeface="+mj-lt"/>
              </a:defRPr>
            </a:lvl4pPr>
            <a:lvl5pPr marL="855663" indent="0">
              <a:buNone/>
              <a:defRPr>
                <a:latin typeface="+mj-lt"/>
              </a:defRPr>
            </a:lvl5pPr>
          </a:lstStyle>
          <a:p>
            <a:pPr lvl="0"/>
            <a:r>
              <a:rPr lang="en-US" dirty="0"/>
              <a:t>Project goals</a:t>
            </a:r>
          </a:p>
        </p:txBody>
      </p:sp>
      <p:sp>
        <p:nvSpPr>
          <p:cNvPr id="44" name="Text Placeholder 41">
            <a:extLst>
              <a:ext uri="{FF2B5EF4-FFF2-40B4-BE49-F238E27FC236}">
                <a16:creationId xmlns:a16="http://schemas.microsoft.com/office/drawing/2014/main" id="{F57534EE-A31A-3942-81EF-7420176EDD7B}"/>
              </a:ext>
            </a:extLst>
          </p:cNvPr>
          <p:cNvSpPr>
            <a:spLocks noGrp="1"/>
          </p:cNvSpPr>
          <p:nvPr>
            <p:ph type="body" sz="quarter" idx="20" hasCustomPrompt="1"/>
          </p:nvPr>
        </p:nvSpPr>
        <p:spPr>
          <a:xfrm>
            <a:off x="6240463" y="5120721"/>
            <a:ext cx="5368925" cy="1148317"/>
          </a:xfrm>
        </p:spPr>
        <p:txBody>
          <a:bodyPr lIns="90000" tIns="46800" rIns="90000" bIns="46800">
            <a:noAutofit/>
          </a:bodyPr>
          <a:lstStyle>
            <a:lvl1pPr marL="0" indent="0">
              <a:buNone/>
              <a:defRPr sz="1400">
                <a:solidFill>
                  <a:schemeClr val="accent6"/>
                </a:solidFill>
              </a:defRPr>
            </a:lvl1pPr>
            <a:lvl2pPr marL="228600" indent="0">
              <a:buNone/>
              <a:defRPr>
                <a:solidFill>
                  <a:schemeClr val="accent6"/>
                </a:solidFill>
              </a:defRPr>
            </a:lvl2pPr>
            <a:lvl3pPr marL="457200" indent="0">
              <a:buNone/>
              <a:defRPr>
                <a:solidFill>
                  <a:schemeClr val="accent6"/>
                </a:solidFill>
              </a:defRPr>
            </a:lvl3pPr>
            <a:lvl4pPr marL="661988" indent="0">
              <a:buNone/>
              <a:defRPr>
                <a:solidFill>
                  <a:schemeClr val="accent6"/>
                </a:solidFill>
              </a:defRPr>
            </a:lvl4pPr>
            <a:lvl5pPr marL="855663" indent="0">
              <a:buNone/>
              <a:defRPr>
                <a:solidFill>
                  <a:schemeClr val="accent6"/>
                </a:solidFill>
              </a:defRPr>
            </a:lvl5pPr>
          </a:lstStyle>
          <a:p>
            <a:pPr lvl="0"/>
            <a:r>
              <a:rPr lang="en-US" dirty="0"/>
              <a:t>Descriptive text</a:t>
            </a:r>
          </a:p>
        </p:txBody>
      </p:sp>
    </p:spTree>
    <p:extLst>
      <p:ext uri="{BB962C8B-B14F-4D97-AF65-F5344CB8AC3E}">
        <p14:creationId xmlns:p14="http://schemas.microsoft.com/office/powerpoint/2010/main" val="3455035362"/>
      </p:ext>
    </p:extLst>
  </p:cSld>
  <p:clrMapOvr>
    <a:masterClrMapping/>
  </p:clrMapOvr>
  <p:transition>
    <p:fade/>
  </p:transition>
  <p:extLst>
    <p:ext uri="{DCECCB84-F9BA-43D5-87BE-67443E8EF086}">
      <p15:sldGuideLst xmlns:p15="http://schemas.microsoft.com/office/powerpoint/2012/main">
        <p15:guide id="16" pos="3754" userDrawn="1">
          <p15:clr>
            <a:srgbClr val="A4A3A4"/>
          </p15:clr>
        </p15:guide>
        <p15:guide id="17" pos="3931" userDrawn="1">
          <p15:clr>
            <a:srgbClr val="A4A3A4"/>
          </p15:clr>
        </p15:guide>
        <p15:guide id="20" pos="4937">
          <p15:clr>
            <a:srgbClr val="A4A3A4"/>
          </p15:clr>
        </p15:guide>
        <p15:guide id="21" pos="5133" userDrawn="1">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777" userDrawn="1">
          <p15:clr>
            <a:srgbClr val="FBAE40"/>
          </p15:clr>
        </p15:guide>
        <p15:guide id="32" orient="horz" pos="1162" userDrawn="1">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eam Slide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753517-0CF4-2145-AABB-8F14C26A09AD}"/>
              </a:ext>
            </a:extLst>
          </p:cNvPr>
          <p:cNvSpPr/>
          <p:nvPr userDrawn="1"/>
        </p:nvSpPr>
        <p:spPr bwMode="auto">
          <a:xfrm>
            <a:off x="-1" y="0"/>
            <a:ext cx="4065589"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62DDA6FD-CC5D-0345-82C4-633849427A60}"/>
              </a:ext>
            </a:extLst>
          </p:cNvPr>
          <p:cNvSpPr>
            <a:spLocks noGrp="1"/>
          </p:cNvSpPr>
          <p:nvPr>
            <p:ph type="title" hasCustomPrompt="1"/>
          </p:nvPr>
        </p:nvSpPr>
        <p:spPr>
          <a:xfrm>
            <a:off x="588264" y="585788"/>
            <a:ext cx="2824862" cy="850900"/>
          </a:xfrm>
        </p:spPr>
        <p:txBody>
          <a:bodyPr anchor="t">
            <a:noAutofit/>
          </a:bodyPr>
          <a:lstStyle>
            <a:lvl1pPr>
              <a:defRPr>
                <a:solidFill>
                  <a:schemeClr val="accent3"/>
                </a:solidFill>
              </a:defRPr>
            </a:lvl1pPr>
          </a:lstStyle>
          <a:p>
            <a:r>
              <a:rPr lang="en-US" dirty="0"/>
              <a:t>Hello</a:t>
            </a:r>
          </a:p>
        </p:txBody>
      </p:sp>
      <p:sp>
        <p:nvSpPr>
          <p:cNvPr id="25" name="Text Placeholder 24">
            <a:extLst>
              <a:ext uri="{FF2B5EF4-FFF2-40B4-BE49-F238E27FC236}">
                <a16:creationId xmlns:a16="http://schemas.microsoft.com/office/drawing/2014/main" id="{687B7084-FB17-304C-A2D7-1145E7FE9D5A}"/>
              </a:ext>
            </a:extLst>
          </p:cNvPr>
          <p:cNvSpPr>
            <a:spLocks noGrp="1"/>
          </p:cNvSpPr>
          <p:nvPr>
            <p:ph type="body" sz="quarter" idx="11" hasCustomPrompt="1"/>
          </p:nvPr>
        </p:nvSpPr>
        <p:spPr>
          <a:xfrm>
            <a:off x="7192963" y="1437685"/>
            <a:ext cx="383540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27" name="Text Placeholder 26">
            <a:extLst>
              <a:ext uri="{FF2B5EF4-FFF2-40B4-BE49-F238E27FC236}">
                <a16:creationId xmlns:a16="http://schemas.microsoft.com/office/drawing/2014/main" id="{0B58D5F9-9ECC-AE4D-AEE6-08C911DE2503}"/>
              </a:ext>
            </a:extLst>
          </p:cNvPr>
          <p:cNvSpPr>
            <a:spLocks noGrp="1"/>
          </p:cNvSpPr>
          <p:nvPr>
            <p:ph type="body" sz="quarter" idx="12" hasCustomPrompt="1"/>
          </p:nvPr>
        </p:nvSpPr>
        <p:spPr>
          <a:xfrm>
            <a:off x="7192963" y="1802269"/>
            <a:ext cx="383540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29" name="Text Placeholder 28">
            <a:extLst>
              <a:ext uri="{FF2B5EF4-FFF2-40B4-BE49-F238E27FC236}">
                <a16:creationId xmlns:a16="http://schemas.microsoft.com/office/drawing/2014/main" id="{688E32A6-35BF-E143-8E34-3EF1E3F217EA}"/>
              </a:ext>
            </a:extLst>
          </p:cNvPr>
          <p:cNvSpPr>
            <a:spLocks noGrp="1"/>
          </p:cNvSpPr>
          <p:nvPr>
            <p:ph type="body" sz="quarter" idx="13" hasCustomPrompt="1"/>
          </p:nvPr>
        </p:nvSpPr>
        <p:spPr>
          <a:xfrm>
            <a:off x="7192963" y="2200939"/>
            <a:ext cx="3835399" cy="1150185"/>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quis</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nostrud</a:t>
            </a:r>
            <a:r>
              <a:rPr lang="en-US" sz="1200" b="0" dirty="0">
                <a:solidFill>
                  <a:srgbClr val="505050"/>
                </a:solidFill>
                <a:latin typeface="Segoe UI" panose="020B0502040204020203" pitchFamily="34" charset="0"/>
                <a:cs typeface="Segoe UI" panose="020B0502040204020203" pitchFamily="34" charset="0"/>
              </a:rPr>
              <a:t> exercitation </a:t>
            </a:r>
            <a:r>
              <a:rPr lang="en-US" sz="1200" b="0" dirty="0" err="1">
                <a:solidFill>
                  <a:srgbClr val="505050"/>
                </a:solidFill>
                <a:latin typeface="Segoe UI" panose="020B0502040204020203" pitchFamily="34" charset="0"/>
                <a:cs typeface="Segoe UI" panose="020B0502040204020203" pitchFamily="34" charset="0"/>
              </a:rPr>
              <a:t>ullamco</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laboris</a:t>
            </a:r>
            <a:r>
              <a:rPr lang="en-US" sz="1200" b="0" dirty="0">
                <a:solidFill>
                  <a:srgbClr val="505050"/>
                </a:solidFill>
                <a:latin typeface="Segoe UI" panose="020B0502040204020203" pitchFamily="34" charset="0"/>
                <a:cs typeface="Segoe UI" panose="020B0502040204020203" pitchFamily="34" charset="0"/>
              </a:rPr>
              <a:t> nisi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aliquip</a:t>
            </a:r>
            <a:r>
              <a:rPr lang="en-US" sz="1200" b="0" dirty="0">
                <a:solidFill>
                  <a:srgbClr val="505050"/>
                </a:solidFill>
                <a:latin typeface="Segoe UI" panose="020B0502040204020203" pitchFamily="34" charset="0"/>
                <a:cs typeface="Segoe UI" panose="020B0502040204020203" pitchFamily="34" charset="0"/>
              </a:rPr>
              <a:t> ex </a:t>
            </a:r>
            <a:r>
              <a:rPr lang="en-US" sz="1200" b="0" dirty="0" err="1">
                <a:solidFill>
                  <a:srgbClr val="505050"/>
                </a:solidFill>
                <a:latin typeface="Segoe UI" panose="020B0502040204020203" pitchFamily="34" charset="0"/>
                <a:cs typeface="Segoe UI" panose="020B0502040204020203" pitchFamily="34" charset="0"/>
              </a:rPr>
              <a:t>ea</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commodo</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consequat</a:t>
            </a:r>
            <a:r>
              <a:rPr lang="en-US" sz="1200" b="0" dirty="0">
                <a:solidFill>
                  <a:srgbClr val="505050"/>
                </a:solidFill>
                <a:latin typeface="Segoe UI" panose="020B0502040204020203" pitchFamily="34" charset="0"/>
                <a:cs typeface="Segoe UI" panose="020B0502040204020203" pitchFamily="34" charset="0"/>
              </a:rPr>
              <a:t>. </a:t>
            </a:r>
          </a:p>
        </p:txBody>
      </p:sp>
      <p:sp>
        <p:nvSpPr>
          <p:cNvPr id="30" name="Text Placeholder 24">
            <a:extLst>
              <a:ext uri="{FF2B5EF4-FFF2-40B4-BE49-F238E27FC236}">
                <a16:creationId xmlns:a16="http://schemas.microsoft.com/office/drawing/2014/main" id="{0B57611E-E7C7-324D-8BF8-320980FF4F27}"/>
              </a:ext>
            </a:extLst>
          </p:cNvPr>
          <p:cNvSpPr>
            <a:spLocks noGrp="1"/>
          </p:cNvSpPr>
          <p:nvPr>
            <p:ph type="body" sz="quarter" idx="14" hasCustomPrompt="1"/>
          </p:nvPr>
        </p:nvSpPr>
        <p:spPr>
          <a:xfrm>
            <a:off x="7192963" y="4292600"/>
            <a:ext cx="383540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31" name="Text Placeholder 26">
            <a:extLst>
              <a:ext uri="{FF2B5EF4-FFF2-40B4-BE49-F238E27FC236}">
                <a16:creationId xmlns:a16="http://schemas.microsoft.com/office/drawing/2014/main" id="{3340D410-0B5B-4B4B-AEA6-2655A1EB04FD}"/>
              </a:ext>
            </a:extLst>
          </p:cNvPr>
          <p:cNvSpPr>
            <a:spLocks noGrp="1"/>
          </p:cNvSpPr>
          <p:nvPr>
            <p:ph type="body" sz="quarter" idx="15" hasCustomPrompt="1"/>
          </p:nvPr>
        </p:nvSpPr>
        <p:spPr>
          <a:xfrm>
            <a:off x="7192963" y="4657184"/>
            <a:ext cx="383540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32" name="Text Placeholder 28">
            <a:extLst>
              <a:ext uri="{FF2B5EF4-FFF2-40B4-BE49-F238E27FC236}">
                <a16:creationId xmlns:a16="http://schemas.microsoft.com/office/drawing/2014/main" id="{BD35ACAE-2494-4842-AAF6-13BCA3369290}"/>
              </a:ext>
            </a:extLst>
          </p:cNvPr>
          <p:cNvSpPr>
            <a:spLocks noGrp="1"/>
          </p:cNvSpPr>
          <p:nvPr>
            <p:ph type="body" sz="quarter" idx="16" hasCustomPrompt="1"/>
          </p:nvPr>
        </p:nvSpPr>
        <p:spPr>
          <a:xfrm>
            <a:off x="7192963" y="5055854"/>
            <a:ext cx="3835400" cy="1213183"/>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quis</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nostrud</a:t>
            </a:r>
            <a:r>
              <a:rPr lang="en-US" sz="1200" b="0" dirty="0">
                <a:solidFill>
                  <a:srgbClr val="505050"/>
                </a:solidFill>
                <a:latin typeface="Segoe UI" panose="020B0502040204020203" pitchFamily="34" charset="0"/>
                <a:cs typeface="Segoe UI" panose="020B0502040204020203" pitchFamily="34" charset="0"/>
              </a:rPr>
              <a:t> exercitation </a:t>
            </a:r>
            <a:r>
              <a:rPr lang="en-US" sz="1200" b="0" dirty="0" err="1">
                <a:solidFill>
                  <a:srgbClr val="505050"/>
                </a:solidFill>
                <a:latin typeface="Segoe UI" panose="020B0502040204020203" pitchFamily="34" charset="0"/>
                <a:cs typeface="Segoe UI" panose="020B0502040204020203" pitchFamily="34" charset="0"/>
              </a:rPr>
              <a:t>ullamco</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laboris</a:t>
            </a:r>
            <a:r>
              <a:rPr lang="en-US" sz="1200" b="0" dirty="0">
                <a:solidFill>
                  <a:srgbClr val="505050"/>
                </a:solidFill>
                <a:latin typeface="Segoe UI" panose="020B0502040204020203" pitchFamily="34" charset="0"/>
                <a:cs typeface="Segoe UI" panose="020B0502040204020203" pitchFamily="34" charset="0"/>
              </a:rPr>
              <a:t> nisi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aliquip</a:t>
            </a:r>
            <a:r>
              <a:rPr lang="en-US" sz="1200" b="0" dirty="0">
                <a:solidFill>
                  <a:srgbClr val="505050"/>
                </a:solidFill>
                <a:latin typeface="Segoe UI" panose="020B0502040204020203" pitchFamily="34" charset="0"/>
                <a:cs typeface="Segoe UI" panose="020B0502040204020203" pitchFamily="34" charset="0"/>
              </a:rPr>
              <a:t> ex </a:t>
            </a:r>
            <a:r>
              <a:rPr lang="en-US" sz="1200" b="0" dirty="0" err="1">
                <a:solidFill>
                  <a:srgbClr val="505050"/>
                </a:solidFill>
                <a:latin typeface="Segoe UI" panose="020B0502040204020203" pitchFamily="34" charset="0"/>
                <a:cs typeface="Segoe UI" panose="020B0502040204020203" pitchFamily="34" charset="0"/>
              </a:rPr>
              <a:t>ea</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commodo</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consequat</a:t>
            </a:r>
            <a:r>
              <a:rPr lang="en-US" sz="1200" b="0" dirty="0">
                <a:solidFill>
                  <a:srgbClr val="505050"/>
                </a:solidFill>
                <a:latin typeface="Segoe UI" panose="020B0502040204020203" pitchFamily="34" charset="0"/>
                <a:cs typeface="Segoe UI" panose="020B0502040204020203" pitchFamily="34" charset="0"/>
              </a:rPr>
              <a:t>. </a:t>
            </a:r>
          </a:p>
        </p:txBody>
      </p:sp>
      <p:sp>
        <p:nvSpPr>
          <p:cNvPr id="40" name="Picture Placeholder 39">
            <a:extLst>
              <a:ext uri="{FF2B5EF4-FFF2-40B4-BE49-F238E27FC236}">
                <a16:creationId xmlns:a16="http://schemas.microsoft.com/office/drawing/2014/main" id="{BA73218E-471B-984D-AF23-10EDB19E9A7F}"/>
              </a:ext>
            </a:extLst>
          </p:cNvPr>
          <p:cNvSpPr>
            <a:spLocks noGrp="1"/>
          </p:cNvSpPr>
          <p:nvPr>
            <p:ph type="pic" sz="quarter" idx="17"/>
          </p:nvPr>
        </p:nvSpPr>
        <p:spPr>
          <a:xfrm>
            <a:off x="5314950" y="1436687"/>
            <a:ext cx="1576800" cy="1576800"/>
          </a:xfrm>
          <a:prstGeom prst="ellipse">
            <a:avLst/>
          </a:prstGeom>
        </p:spPr>
        <p:txBody>
          <a:bodyPr/>
          <a:lstStyle>
            <a:lvl1pPr>
              <a:defRPr sz="1000"/>
            </a:lvl1pPr>
          </a:lstStyle>
          <a:p>
            <a:r>
              <a:rPr lang="en-US"/>
              <a:t>Click icon to add picture</a:t>
            </a:r>
            <a:endParaRPr lang="en-US" dirty="0"/>
          </a:p>
        </p:txBody>
      </p:sp>
      <p:sp>
        <p:nvSpPr>
          <p:cNvPr id="41" name="Picture Placeholder 39">
            <a:extLst>
              <a:ext uri="{FF2B5EF4-FFF2-40B4-BE49-F238E27FC236}">
                <a16:creationId xmlns:a16="http://schemas.microsoft.com/office/drawing/2014/main" id="{0DF309B0-7379-4C44-A541-B4343B549DC2}"/>
              </a:ext>
            </a:extLst>
          </p:cNvPr>
          <p:cNvSpPr>
            <a:spLocks noGrp="1"/>
          </p:cNvSpPr>
          <p:nvPr>
            <p:ph type="pic" sz="quarter" idx="18"/>
          </p:nvPr>
        </p:nvSpPr>
        <p:spPr>
          <a:xfrm>
            <a:off x="5314950" y="4293096"/>
            <a:ext cx="1576800" cy="1576800"/>
          </a:xfrm>
          <a:prstGeom prst="ellipse">
            <a:avLst/>
          </a:prstGeom>
        </p:spPr>
        <p:txBody>
          <a:bodyPr/>
          <a:lstStyle>
            <a:lvl1pPr>
              <a:defRPr sz="1000"/>
            </a:lvl1pPr>
          </a:lstStyle>
          <a:p>
            <a:r>
              <a:rPr lang="en-US"/>
              <a:t>Click icon to add picture</a:t>
            </a:r>
            <a:endParaRPr lang="en-US" dirty="0"/>
          </a:p>
        </p:txBody>
      </p:sp>
    </p:spTree>
    <p:extLst>
      <p:ext uri="{BB962C8B-B14F-4D97-AF65-F5344CB8AC3E}">
        <p14:creationId xmlns:p14="http://schemas.microsoft.com/office/powerpoint/2010/main" val="835566677"/>
      </p:ext>
    </p:extLst>
  </p:cSld>
  <p:clrMapOvr>
    <a:masterClrMapping/>
  </p:clrMapOvr>
  <p:transition>
    <p:fade/>
  </p:transition>
  <p:extLst>
    <p:ext uri="{DCECCB84-F9BA-43D5-87BE-67443E8EF086}">
      <p15:sldGuideLst xmlns:p15="http://schemas.microsoft.com/office/powerpoint/2012/main">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8" pos="4342" userDrawn="1">
          <p15:clr>
            <a:srgbClr val="A4A3A4"/>
          </p15:clr>
        </p15:guide>
        <p15:guide id="19" pos="4531" userDrawn="1">
          <p15:clr>
            <a:srgbClr val="A4A3A4"/>
          </p15:clr>
        </p15:guide>
        <p15:guide id="28" orient="horz" pos="905">
          <p15:clr>
            <a:srgbClr val="5ACBF0"/>
          </p15:clr>
        </p15:guide>
        <p15:guide id="30" orient="horz" pos="288">
          <p15:clr>
            <a:srgbClr val="5ACBF0"/>
          </p15:clr>
        </p15:guide>
        <p15:guide id="31" orient="horz" pos="2704" userDrawn="1">
          <p15:clr>
            <a:srgbClr val="5ACBF0"/>
          </p15:clr>
        </p15:guide>
        <p15:guide id="32" pos="6947" userDrawn="1">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_4-colum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C7F020-426C-5E40-B5A3-0630A950B075}"/>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EFA85E99-F542-B24A-B446-DFECA22023E3}"/>
              </a:ext>
            </a:extLst>
          </p:cNvPr>
          <p:cNvSpPr>
            <a:spLocks noGrp="1"/>
          </p:cNvSpPr>
          <p:nvPr>
            <p:ph type="title" hasCustomPrompt="1"/>
          </p:nvPr>
        </p:nvSpPr>
        <p:spPr>
          <a:xfrm>
            <a:off x="588263" y="457200"/>
            <a:ext cx="11018520" cy="553998"/>
          </a:xfrm>
        </p:spPr>
        <p:txBody>
          <a:bodyPr>
            <a:spAutoFit/>
          </a:bodyPr>
          <a:lstStyle>
            <a:lvl1pPr>
              <a:defRPr>
                <a:solidFill>
                  <a:schemeClr val="accent3"/>
                </a:solidFill>
              </a:defRPr>
            </a:lvl1pPr>
          </a:lstStyle>
          <a:p>
            <a:r>
              <a:rPr lang="en-US" dirty="0"/>
              <a:t>The Team</a:t>
            </a:r>
          </a:p>
        </p:txBody>
      </p:sp>
      <p:sp>
        <p:nvSpPr>
          <p:cNvPr id="4" name="Text Placeholder 24">
            <a:extLst>
              <a:ext uri="{FF2B5EF4-FFF2-40B4-BE49-F238E27FC236}">
                <a16:creationId xmlns:a16="http://schemas.microsoft.com/office/drawing/2014/main" id="{DAB7DD0E-9CE8-8B49-86A4-00493B0A2C63}"/>
              </a:ext>
            </a:extLst>
          </p:cNvPr>
          <p:cNvSpPr>
            <a:spLocks noGrp="1"/>
          </p:cNvSpPr>
          <p:nvPr>
            <p:ph type="body" sz="quarter" idx="11" hasCustomPrompt="1"/>
          </p:nvPr>
        </p:nvSpPr>
        <p:spPr>
          <a:xfrm>
            <a:off x="601664" y="4408341"/>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5" name="Text Placeholder 26">
            <a:extLst>
              <a:ext uri="{FF2B5EF4-FFF2-40B4-BE49-F238E27FC236}">
                <a16:creationId xmlns:a16="http://schemas.microsoft.com/office/drawing/2014/main" id="{5B9FC220-0063-D14C-BAC7-29C374D5E3B9}"/>
              </a:ext>
            </a:extLst>
          </p:cNvPr>
          <p:cNvSpPr>
            <a:spLocks noGrp="1"/>
          </p:cNvSpPr>
          <p:nvPr>
            <p:ph type="body" sz="quarter" idx="12" hasCustomPrompt="1"/>
          </p:nvPr>
        </p:nvSpPr>
        <p:spPr>
          <a:xfrm>
            <a:off x="601664" y="4772925"/>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6" name="Text Placeholder 28">
            <a:extLst>
              <a:ext uri="{FF2B5EF4-FFF2-40B4-BE49-F238E27FC236}">
                <a16:creationId xmlns:a16="http://schemas.microsoft.com/office/drawing/2014/main" id="{F06C21F1-452A-864F-9F3D-BF7065232F59}"/>
              </a:ext>
            </a:extLst>
          </p:cNvPr>
          <p:cNvSpPr>
            <a:spLocks noGrp="1"/>
          </p:cNvSpPr>
          <p:nvPr>
            <p:ph type="body" sz="quarter" idx="13" hasCustomPrompt="1"/>
          </p:nvPr>
        </p:nvSpPr>
        <p:spPr>
          <a:xfrm>
            <a:off x="601664" y="5171595"/>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a:t>
            </a:r>
          </a:p>
        </p:txBody>
      </p:sp>
      <p:sp>
        <p:nvSpPr>
          <p:cNvPr id="7" name="Text Placeholder 24">
            <a:extLst>
              <a:ext uri="{FF2B5EF4-FFF2-40B4-BE49-F238E27FC236}">
                <a16:creationId xmlns:a16="http://schemas.microsoft.com/office/drawing/2014/main" id="{CBF991A4-66F2-0E4F-8612-F380FB5985B0}"/>
              </a:ext>
            </a:extLst>
          </p:cNvPr>
          <p:cNvSpPr>
            <a:spLocks noGrp="1"/>
          </p:cNvSpPr>
          <p:nvPr>
            <p:ph type="body" sz="quarter" idx="14" hasCustomPrompt="1"/>
          </p:nvPr>
        </p:nvSpPr>
        <p:spPr>
          <a:xfrm>
            <a:off x="3413125"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8" name="Text Placeholder 26">
            <a:extLst>
              <a:ext uri="{FF2B5EF4-FFF2-40B4-BE49-F238E27FC236}">
                <a16:creationId xmlns:a16="http://schemas.microsoft.com/office/drawing/2014/main" id="{B204FDE1-FBCB-1E43-8DBA-A33A86502D94}"/>
              </a:ext>
            </a:extLst>
          </p:cNvPr>
          <p:cNvSpPr>
            <a:spLocks noGrp="1"/>
          </p:cNvSpPr>
          <p:nvPr>
            <p:ph type="body" sz="quarter" idx="15" hasCustomPrompt="1"/>
          </p:nvPr>
        </p:nvSpPr>
        <p:spPr>
          <a:xfrm>
            <a:off x="341312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9" name="Text Placeholder 28">
            <a:extLst>
              <a:ext uri="{FF2B5EF4-FFF2-40B4-BE49-F238E27FC236}">
                <a16:creationId xmlns:a16="http://schemas.microsoft.com/office/drawing/2014/main" id="{48D95D5C-AD2C-964E-B8BB-ECD883345B16}"/>
              </a:ext>
            </a:extLst>
          </p:cNvPr>
          <p:cNvSpPr>
            <a:spLocks noGrp="1"/>
          </p:cNvSpPr>
          <p:nvPr>
            <p:ph type="body" sz="quarter" idx="16" hasCustomPrompt="1"/>
          </p:nvPr>
        </p:nvSpPr>
        <p:spPr>
          <a:xfrm>
            <a:off x="341312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a:t>
            </a:r>
          </a:p>
        </p:txBody>
      </p:sp>
      <p:sp>
        <p:nvSpPr>
          <p:cNvPr id="10" name="Text Placeholder 24">
            <a:extLst>
              <a:ext uri="{FF2B5EF4-FFF2-40B4-BE49-F238E27FC236}">
                <a16:creationId xmlns:a16="http://schemas.microsoft.com/office/drawing/2014/main" id="{B7C50AAD-D67F-C045-84A8-3B74373D32E9}"/>
              </a:ext>
            </a:extLst>
          </p:cNvPr>
          <p:cNvSpPr>
            <a:spLocks noGrp="1"/>
          </p:cNvSpPr>
          <p:nvPr>
            <p:ph type="body" sz="quarter" idx="17" hasCustomPrompt="1"/>
          </p:nvPr>
        </p:nvSpPr>
        <p:spPr>
          <a:xfrm>
            <a:off x="6256338"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11" name="Text Placeholder 26">
            <a:extLst>
              <a:ext uri="{FF2B5EF4-FFF2-40B4-BE49-F238E27FC236}">
                <a16:creationId xmlns:a16="http://schemas.microsoft.com/office/drawing/2014/main" id="{7B3F54B5-7211-D041-822C-DDBBC93FDE34}"/>
              </a:ext>
            </a:extLst>
          </p:cNvPr>
          <p:cNvSpPr>
            <a:spLocks noGrp="1"/>
          </p:cNvSpPr>
          <p:nvPr>
            <p:ph type="body" sz="quarter" idx="18" hasCustomPrompt="1"/>
          </p:nvPr>
        </p:nvSpPr>
        <p:spPr>
          <a:xfrm>
            <a:off x="6256338"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12" name="Text Placeholder 28">
            <a:extLst>
              <a:ext uri="{FF2B5EF4-FFF2-40B4-BE49-F238E27FC236}">
                <a16:creationId xmlns:a16="http://schemas.microsoft.com/office/drawing/2014/main" id="{A80F42EC-DE4B-5144-99F7-4F92622AAE27}"/>
              </a:ext>
            </a:extLst>
          </p:cNvPr>
          <p:cNvSpPr>
            <a:spLocks noGrp="1"/>
          </p:cNvSpPr>
          <p:nvPr>
            <p:ph type="body" sz="quarter" idx="19" hasCustomPrompt="1"/>
          </p:nvPr>
        </p:nvSpPr>
        <p:spPr>
          <a:xfrm>
            <a:off x="6256338"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a:t>
            </a:r>
          </a:p>
        </p:txBody>
      </p:sp>
      <p:sp>
        <p:nvSpPr>
          <p:cNvPr id="13" name="Text Placeholder 24">
            <a:extLst>
              <a:ext uri="{FF2B5EF4-FFF2-40B4-BE49-F238E27FC236}">
                <a16:creationId xmlns:a16="http://schemas.microsoft.com/office/drawing/2014/main" id="{96B9F418-E7FC-8B4D-B6DF-D05F59C88194}"/>
              </a:ext>
            </a:extLst>
          </p:cNvPr>
          <p:cNvSpPr>
            <a:spLocks noGrp="1"/>
          </p:cNvSpPr>
          <p:nvPr>
            <p:ph type="body" sz="quarter" idx="20" hasCustomPrompt="1"/>
          </p:nvPr>
        </p:nvSpPr>
        <p:spPr>
          <a:xfrm>
            <a:off x="9070975"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14" name="Text Placeholder 26">
            <a:extLst>
              <a:ext uri="{FF2B5EF4-FFF2-40B4-BE49-F238E27FC236}">
                <a16:creationId xmlns:a16="http://schemas.microsoft.com/office/drawing/2014/main" id="{3C77D641-147C-1940-8BCB-2C5F61CDAA9A}"/>
              </a:ext>
            </a:extLst>
          </p:cNvPr>
          <p:cNvSpPr>
            <a:spLocks noGrp="1"/>
          </p:cNvSpPr>
          <p:nvPr>
            <p:ph type="body" sz="quarter" idx="21" hasCustomPrompt="1"/>
          </p:nvPr>
        </p:nvSpPr>
        <p:spPr>
          <a:xfrm>
            <a:off x="907097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15" name="Text Placeholder 28">
            <a:extLst>
              <a:ext uri="{FF2B5EF4-FFF2-40B4-BE49-F238E27FC236}">
                <a16:creationId xmlns:a16="http://schemas.microsoft.com/office/drawing/2014/main" id="{68B31C8F-F786-E643-88DC-4AE14C437072}"/>
              </a:ext>
            </a:extLst>
          </p:cNvPr>
          <p:cNvSpPr>
            <a:spLocks noGrp="1"/>
          </p:cNvSpPr>
          <p:nvPr>
            <p:ph type="body" sz="quarter" idx="22" hasCustomPrompt="1"/>
          </p:nvPr>
        </p:nvSpPr>
        <p:spPr>
          <a:xfrm>
            <a:off x="907097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a:t>
            </a:r>
          </a:p>
        </p:txBody>
      </p:sp>
      <p:sp>
        <p:nvSpPr>
          <p:cNvPr id="24" name="Picture Placeholder 16">
            <a:extLst>
              <a:ext uri="{FF2B5EF4-FFF2-40B4-BE49-F238E27FC236}">
                <a16:creationId xmlns:a16="http://schemas.microsoft.com/office/drawing/2014/main" id="{8644B5A4-4C62-164B-9FCA-E1A62ECDC6A0}"/>
              </a:ext>
            </a:extLst>
          </p:cNvPr>
          <p:cNvSpPr>
            <a:spLocks noGrp="1"/>
          </p:cNvSpPr>
          <p:nvPr>
            <p:ph type="pic" sz="quarter" idx="23"/>
          </p:nvPr>
        </p:nvSpPr>
        <p:spPr>
          <a:xfrm>
            <a:off x="774200" y="1785409"/>
            <a:ext cx="2160000" cy="2160000"/>
          </a:xfrm>
          <a:prstGeom prst="ellipse">
            <a:avLst/>
          </a:prstGeom>
          <a:ln>
            <a:noFill/>
          </a:ln>
        </p:spPr>
        <p:txBody>
          <a:bodyPr/>
          <a:lstStyle/>
          <a:p>
            <a:r>
              <a:rPr lang="en-US"/>
              <a:t>Click icon to add picture</a:t>
            </a:r>
            <a:endParaRPr lang="en-US" dirty="0"/>
          </a:p>
        </p:txBody>
      </p:sp>
      <p:sp>
        <p:nvSpPr>
          <p:cNvPr id="26" name="Picture Placeholder 16">
            <a:extLst>
              <a:ext uri="{FF2B5EF4-FFF2-40B4-BE49-F238E27FC236}">
                <a16:creationId xmlns:a16="http://schemas.microsoft.com/office/drawing/2014/main" id="{7216C99D-59E0-D148-8FD5-A06B5D098A96}"/>
              </a:ext>
            </a:extLst>
          </p:cNvPr>
          <p:cNvSpPr>
            <a:spLocks noGrp="1"/>
          </p:cNvSpPr>
          <p:nvPr>
            <p:ph type="pic" sz="quarter" idx="24"/>
          </p:nvPr>
        </p:nvSpPr>
        <p:spPr>
          <a:xfrm>
            <a:off x="3603125" y="1785409"/>
            <a:ext cx="2160000" cy="2160000"/>
          </a:xfrm>
          <a:prstGeom prst="ellipse">
            <a:avLst/>
          </a:prstGeom>
          <a:ln>
            <a:noFill/>
          </a:ln>
        </p:spPr>
        <p:txBody>
          <a:bodyPr/>
          <a:lstStyle/>
          <a:p>
            <a:r>
              <a:rPr lang="en-US"/>
              <a:t>Click icon to add picture</a:t>
            </a:r>
            <a:endParaRPr lang="en-US" dirty="0"/>
          </a:p>
        </p:txBody>
      </p:sp>
      <p:sp>
        <p:nvSpPr>
          <p:cNvPr id="28" name="Picture Placeholder 16">
            <a:extLst>
              <a:ext uri="{FF2B5EF4-FFF2-40B4-BE49-F238E27FC236}">
                <a16:creationId xmlns:a16="http://schemas.microsoft.com/office/drawing/2014/main" id="{D4B99A33-76D9-4843-8919-AD5FEF9A31F2}"/>
              </a:ext>
            </a:extLst>
          </p:cNvPr>
          <p:cNvSpPr>
            <a:spLocks noGrp="1"/>
          </p:cNvSpPr>
          <p:nvPr>
            <p:ph type="pic" sz="quarter" idx="25"/>
          </p:nvPr>
        </p:nvSpPr>
        <p:spPr>
          <a:xfrm>
            <a:off x="6428875" y="1785409"/>
            <a:ext cx="2160000" cy="2160000"/>
          </a:xfrm>
          <a:prstGeom prst="ellipse">
            <a:avLst/>
          </a:prstGeom>
          <a:ln>
            <a:noFill/>
          </a:ln>
        </p:spPr>
        <p:txBody>
          <a:bodyPr/>
          <a:lstStyle/>
          <a:p>
            <a:r>
              <a:rPr lang="en-US"/>
              <a:t>Click icon to add picture</a:t>
            </a:r>
            <a:endParaRPr lang="en-US" dirty="0"/>
          </a:p>
        </p:txBody>
      </p:sp>
      <p:sp>
        <p:nvSpPr>
          <p:cNvPr id="30" name="Picture Placeholder 16">
            <a:extLst>
              <a:ext uri="{FF2B5EF4-FFF2-40B4-BE49-F238E27FC236}">
                <a16:creationId xmlns:a16="http://schemas.microsoft.com/office/drawing/2014/main" id="{961589AC-2E68-5C4F-BF84-D883C8663119}"/>
              </a:ext>
            </a:extLst>
          </p:cNvPr>
          <p:cNvSpPr>
            <a:spLocks noGrp="1"/>
          </p:cNvSpPr>
          <p:nvPr>
            <p:ph type="pic" sz="quarter" idx="26"/>
          </p:nvPr>
        </p:nvSpPr>
        <p:spPr>
          <a:xfrm>
            <a:off x="9260975" y="1785409"/>
            <a:ext cx="2160000" cy="2160000"/>
          </a:xfrm>
          <a:prstGeom prst="ellipse">
            <a:avLst/>
          </a:prstGeom>
          <a:ln>
            <a:noFill/>
          </a:ln>
        </p:spPr>
        <p:txBody>
          <a:bodyPr/>
          <a:lstStyle/>
          <a:p>
            <a:r>
              <a:rPr lang="en-US"/>
              <a:t>Click icon to add picture</a:t>
            </a:r>
            <a:endParaRPr lang="en-US" dirty="0"/>
          </a:p>
        </p:txBody>
      </p:sp>
    </p:spTree>
    <p:extLst>
      <p:ext uri="{BB962C8B-B14F-4D97-AF65-F5344CB8AC3E}">
        <p14:creationId xmlns:p14="http://schemas.microsoft.com/office/powerpoint/2010/main" val="648551354"/>
      </p:ext>
    </p:extLst>
  </p:cSld>
  <p:clrMapOvr>
    <a:masterClrMapping/>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0" pos="1967">
          <p15:clr>
            <a:srgbClr val="A4A3A4"/>
          </p15:clr>
        </p15:guide>
        <p15:guide id="11" pos="2150">
          <p15:clr>
            <a:srgbClr val="A4A3A4"/>
          </p15:clr>
        </p15:guide>
        <p15:guide id="16" pos="3749">
          <p15:clr>
            <a:srgbClr val="A4A3A4"/>
          </p15:clr>
        </p15:guide>
        <p15:guide id="17" pos="3932">
          <p15:clr>
            <a:srgbClr val="A4A3A4"/>
          </p15:clr>
        </p15:guide>
        <p15:guide id="22" pos="5529">
          <p15:clr>
            <a:srgbClr val="A4A3A4"/>
          </p15:clr>
        </p15:guide>
        <p15:guide id="23" pos="5714">
          <p15:clr>
            <a:srgbClr val="A4A3A4"/>
          </p15:clr>
        </p15:guide>
        <p15:guide id="28" pos="3840">
          <p15:clr>
            <a:srgbClr val="F26B43"/>
          </p15:clr>
        </p15:guide>
        <p15:guide id="29" pos="5576">
          <p15:clr>
            <a:srgbClr val="F26B43"/>
          </p15:clr>
        </p15:guide>
        <p15:guide id="30" pos="2105">
          <p15:clr>
            <a:srgbClr val="F26B43"/>
          </p15:clr>
        </p15:guide>
        <p15:guide id="31" orient="horz" pos="2772" userDrawn="1">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Profile Slide">
    <p:bg>
      <p:bgRef idx="1001">
        <a:schemeClr val="bg2"/>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1B46280-63FA-B14C-B387-DA6973CC6798}"/>
              </a:ext>
            </a:extLst>
          </p:cNvPr>
          <p:cNvSpPr>
            <a:spLocks noGrp="1"/>
          </p:cNvSpPr>
          <p:nvPr>
            <p:ph type="pic" sz="quarter" idx="10"/>
          </p:nvPr>
        </p:nvSpPr>
        <p:spPr>
          <a:xfrm>
            <a:off x="0" y="0"/>
            <a:ext cx="4065588" cy="6858000"/>
          </a:xfrm>
        </p:spPr>
        <p:txBody>
          <a:bodyPr/>
          <a:lstStyle/>
          <a:p>
            <a:r>
              <a:rPr lang="en-US"/>
              <a:t>Click icon to add picture</a:t>
            </a:r>
          </a:p>
        </p:txBody>
      </p:sp>
      <p:sp>
        <p:nvSpPr>
          <p:cNvPr id="11" name="Text Placeholder 10">
            <a:extLst>
              <a:ext uri="{FF2B5EF4-FFF2-40B4-BE49-F238E27FC236}">
                <a16:creationId xmlns:a16="http://schemas.microsoft.com/office/drawing/2014/main" id="{DF839B9F-7DF1-054D-850B-194BE124935E}"/>
              </a:ext>
            </a:extLst>
          </p:cNvPr>
          <p:cNvSpPr>
            <a:spLocks noGrp="1"/>
          </p:cNvSpPr>
          <p:nvPr>
            <p:ph type="body" sz="quarter" idx="11" hasCustomPrompt="1"/>
          </p:nvPr>
        </p:nvSpPr>
        <p:spPr>
          <a:xfrm>
            <a:off x="5016500" y="1125538"/>
            <a:ext cx="5832475" cy="371513"/>
          </a:xfrm>
        </p:spPr>
        <p:txBody>
          <a:bodyPr lIns="90000" tIns="46800" rIns="90000" bIns="46800"/>
          <a:lstStyle>
            <a:lvl1pPr marL="0" indent="0">
              <a:buNone/>
              <a:defRPr sz="1800">
                <a:solidFill>
                  <a:schemeClr val="accent3"/>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err="1"/>
              <a:t>Firstname</a:t>
            </a:r>
            <a:r>
              <a:rPr lang="en-US" dirty="0"/>
              <a:t> </a:t>
            </a:r>
            <a:r>
              <a:rPr lang="en-US" dirty="0" err="1"/>
              <a:t>Lastname</a:t>
            </a:r>
            <a:endParaRPr lang="en-US" dirty="0"/>
          </a:p>
        </p:txBody>
      </p:sp>
      <p:sp>
        <p:nvSpPr>
          <p:cNvPr id="13" name="Text Placeholder 12">
            <a:extLst>
              <a:ext uri="{FF2B5EF4-FFF2-40B4-BE49-F238E27FC236}">
                <a16:creationId xmlns:a16="http://schemas.microsoft.com/office/drawing/2014/main" id="{FEA3FFE7-512C-2E4D-8815-991035A0DA83}"/>
              </a:ext>
            </a:extLst>
          </p:cNvPr>
          <p:cNvSpPr>
            <a:spLocks noGrp="1"/>
          </p:cNvSpPr>
          <p:nvPr>
            <p:ph type="body" sz="quarter" idx="12" hasCustomPrompt="1"/>
          </p:nvPr>
        </p:nvSpPr>
        <p:spPr>
          <a:xfrm>
            <a:off x="5016500" y="1518666"/>
            <a:ext cx="5832475" cy="309958"/>
          </a:xfrm>
        </p:spPr>
        <p:txBody>
          <a:bodyPr lIns="90000" tIns="46800" rIns="90000" bIns="46800"/>
          <a:lstStyle>
            <a:lvl1pPr marL="0" indent="0">
              <a:buNone/>
              <a:defRPr sz="1400">
                <a:solidFill>
                  <a:schemeClr val="tx1"/>
                </a:solidFill>
              </a:defRPr>
            </a:lvl1pPr>
          </a:lstStyle>
          <a:p>
            <a:pPr lvl="0"/>
            <a:r>
              <a:rPr lang="en-US" dirty="0"/>
              <a:t>Title</a:t>
            </a:r>
          </a:p>
        </p:txBody>
      </p:sp>
      <p:sp>
        <p:nvSpPr>
          <p:cNvPr id="17" name="Text Placeholder 16">
            <a:extLst>
              <a:ext uri="{FF2B5EF4-FFF2-40B4-BE49-F238E27FC236}">
                <a16:creationId xmlns:a16="http://schemas.microsoft.com/office/drawing/2014/main" id="{CD00EE18-3969-7542-AF14-B6EF530C496B}"/>
              </a:ext>
            </a:extLst>
          </p:cNvPr>
          <p:cNvSpPr>
            <a:spLocks noGrp="1"/>
          </p:cNvSpPr>
          <p:nvPr>
            <p:ph type="body" sz="quarter" idx="13" hasCustomPrompt="1"/>
          </p:nvPr>
        </p:nvSpPr>
        <p:spPr>
          <a:xfrm>
            <a:off x="5016500" y="2614613"/>
            <a:ext cx="5832475" cy="956288"/>
          </a:xfrm>
        </p:spPr>
        <p:txBody>
          <a:bodyPr lIns="90000" tIns="46800" rIns="90000" bIns="46800"/>
          <a:lstStyle>
            <a:lvl1pPr marL="0" indent="0">
              <a:buNone/>
              <a:defRPr sz="1400">
                <a:solidFill>
                  <a:schemeClr val="tx1"/>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p:txBody>
      </p:sp>
      <p:sp>
        <p:nvSpPr>
          <p:cNvPr id="19" name="Text Placeholder 18">
            <a:extLst>
              <a:ext uri="{FF2B5EF4-FFF2-40B4-BE49-F238E27FC236}">
                <a16:creationId xmlns:a16="http://schemas.microsoft.com/office/drawing/2014/main" id="{D28C378F-3F66-354E-B8F9-1B9FC26E68A9}"/>
              </a:ext>
            </a:extLst>
          </p:cNvPr>
          <p:cNvSpPr>
            <a:spLocks noGrp="1"/>
          </p:cNvSpPr>
          <p:nvPr>
            <p:ph type="body" sz="quarter" idx="14" hasCustomPrompt="1"/>
          </p:nvPr>
        </p:nvSpPr>
        <p:spPr>
          <a:xfrm>
            <a:off x="5018087" y="2093722"/>
            <a:ext cx="5832475" cy="371513"/>
          </a:xfrm>
        </p:spPr>
        <p:txBody>
          <a:bodyPr lIns="90000" tIns="46800" rIns="90000" bIns="46800"/>
          <a:lstStyle>
            <a:lvl1pPr marL="0" indent="0">
              <a:buNone/>
              <a:defRPr sz="1800">
                <a:solidFill>
                  <a:schemeClr val="tx1"/>
                </a:solidFill>
                <a:latin typeface="+mj-lt"/>
              </a:defRPr>
            </a:lvl1pPr>
          </a:lstStyle>
          <a:p>
            <a:pPr lvl="0"/>
            <a:r>
              <a:rPr lang="en-US" dirty="0"/>
              <a:t>Experience</a:t>
            </a:r>
          </a:p>
        </p:txBody>
      </p:sp>
      <p:sp>
        <p:nvSpPr>
          <p:cNvPr id="20" name="Text Placeholder 18">
            <a:extLst>
              <a:ext uri="{FF2B5EF4-FFF2-40B4-BE49-F238E27FC236}">
                <a16:creationId xmlns:a16="http://schemas.microsoft.com/office/drawing/2014/main" id="{47E7A509-84C5-4843-8CD9-B01570BA7BA0}"/>
              </a:ext>
            </a:extLst>
          </p:cNvPr>
          <p:cNvSpPr>
            <a:spLocks noGrp="1"/>
          </p:cNvSpPr>
          <p:nvPr>
            <p:ph type="body" sz="quarter" idx="15" hasCustomPrompt="1"/>
          </p:nvPr>
        </p:nvSpPr>
        <p:spPr>
          <a:xfrm>
            <a:off x="5018087" y="4426832"/>
            <a:ext cx="5832475" cy="371513"/>
          </a:xfrm>
        </p:spPr>
        <p:txBody>
          <a:bodyPr lIns="90000" tIns="46800" rIns="90000" bIns="46800"/>
          <a:lstStyle>
            <a:lvl1pPr marL="0" indent="0">
              <a:buNone/>
              <a:defRPr sz="1800">
                <a:solidFill>
                  <a:schemeClr val="tx1"/>
                </a:solidFill>
                <a:latin typeface="+mj-lt"/>
              </a:defRPr>
            </a:lvl1pPr>
          </a:lstStyle>
          <a:p>
            <a:pPr lvl="0"/>
            <a:r>
              <a:rPr lang="en-US" dirty="0"/>
              <a:t>Expertise</a:t>
            </a:r>
          </a:p>
        </p:txBody>
      </p:sp>
      <p:sp>
        <p:nvSpPr>
          <p:cNvPr id="22" name="Text Placeholder 21">
            <a:extLst>
              <a:ext uri="{FF2B5EF4-FFF2-40B4-BE49-F238E27FC236}">
                <a16:creationId xmlns:a16="http://schemas.microsoft.com/office/drawing/2014/main" id="{39F526AE-17B2-DD4A-BE59-23D0E4A3D04F}"/>
              </a:ext>
            </a:extLst>
          </p:cNvPr>
          <p:cNvSpPr>
            <a:spLocks noGrp="1"/>
          </p:cNvSpPr>
          <p:nvPr>
            <p:ph type="body" sz="quarter" idx="16" hasCustomPrompt="1"/>
          </p:nvPr>
        </p:nvSpPr>
        <p:spPr>
          <a:xfrm>
            <a:off x="5016500" y="4864164"/>
            <a:ext cx="1649476" cy="827022"/>
          </a:xfrm>
        </p:spPr>
        <p:txBody>
          <a:bodyPr lIns="90000" tIns="46800" rIns="90000" bIns="46800"/>
          <a:lstStyle>
            <a:lvl1pPr>
              <a:buSzPct val="100000"/>
              <a:defRPr sz="1400">
                <a:solidFill>
                  <a:schemeClr val="tx1"/>
                </a:solidFill>
              </a:defRPr>
            </a:lvl1pPr>
          </a:lstStyle>
          <a:p>
            <a:pPr lvl="0"/>
            <a:r>
              <a:rPr lang="en-US" dirty="0"/>
              <a:t>One</a:t>
            </a:r>
          </a:p>
          <a:p>
            <a:pPr lvl="0"/>
            <a:r>
              <a:rPr lang="en-US" dirty="0"/>
              <a:t>Two</a:t>
            </a:r>
          </a:p>
          <a:p>
            <a:pPr lvl="0"/>
            <a:r>
              <a:rPr lang="en-US" dirty="0"/>
              <a:t>Three</a:t>
            </a:r>
          </a:p>
        </p:txBody>
      </p:sp>
      <p:sp>
        <p:nvSpPr>
          <p:cNvPr id="23" name="Text Placeholder 21">
            <a:extLst>
              <a:ext uri="{FF2B5EF4-FFF2-40B4-BE49-F238E27FC236}">
                <a16:creationId xmlns:a16="http://schemas.microsoft.com/office/drawing/2014/main" id="{D4BF07C4-9406-4146-BE9F-4987294757D1}"/>
              </a:ext>
            </a:extLst>
          </p:cNvPr>
          <p:cNvSpPr>
            <a:spLocks noGrp="1"/>
          </p:cNvSpPr>
          <p:nvPr>
            <p:ph type="body" sz="quarter" idx="17" hasCustomPrompt="1"/>
          </p:nvPr>
        </p:nvSpPr>
        <p:spPr>
          <a:xfrm>
            <a:off x="7104994" y="4864164"/>
            <a:ext cx="1649476" cy="827022"/>
          </a:xfrm>
        </p:spPr>
        <p:txBody>
          <a:bodyPr lIns="90000" tIns="46800" rIns="90000" bIns="46800"/>
          <a:lstStyle>
            <a:lvl1pPr>
              <a:buSzPct val="100000"/>
              <a:defRPr sz="1400">
                <a:solidFill>
                  <a:schemeClr val="tx1"/>
                </a:solidFill>
              </a:defRPr>
            </a:lvl1pPr>
          </a:lstStyle>
          <a:p>
            <a:pPr lvl="0"/>
            <a:r>
              <a:rPr lang="en-US" dirty="0"/>
              <a:t>Four</a:t>
            </a:r>
          </a:p>
          <a:p>
            <a:pPr lvl="0"/>
            <a:r>
              <a:rPr lang="en-US" dirty="0"/>
              <a:t>Five</a:t>
            </a:r>
          </a:p>
          <a:p>
            <a:pPr lvl="0"/>
            <a:r>
              <a:rPr lang="en-US" dirty="0"/>
              <a:t>Six</a:t>
            </a:r>
          </a:p>
        </p:txBody>
      </p:sp>
      <p:sp>
        <p:nvSpPr>
          <p:cNvPr id="24" name="Text Placeholder 21">
            <a:extLst>
              <a:ext uri="{FF2B5EF4-FFF2-40B4-BE49-F238E27FC236}">
                <a16:creationId xmlns:a16="http://schemas.microsoft.com/office/drawing/2014/main" id="{AD8CD734-0F6D-C94D-8A16-9F36D2D3D601}"/>
              </a:ext>
            </a:extLst>
          </p:cNvPr>
          <p:cNvSpPr>
            <a:spLocks noGrp="1"/>
          </p:cNvSpPr>
          <p:nvPr>
            <p:ph type="body" sz="quarter" idx="18" hasCustomPrompt="1"/>
          </p:nvPr>
        </p:nvSpPr>
        <p:spPr>
          <a:xfrm>
            <a:off x="9193488" y="4864164"/>
            <a:ext cx="1649476" cy="827022"/>
          </a:xfrm>
        </p:spPr>
        <p:txBody>
          <a:bodyPr lIns="90000" tIns="46800" rIns="90000" bIns="46800"/>
          <a:lstStyle>
            <a:lvl1pPr>
              <a:buSzPct val="100000"/>
              <a:defRPr sz="1400">
                <a:solidFill>
                  <a:schemeClr val="tx1"/>
                </a:solidFill>
              </a:defRPr>
            </a:lvl1pPr>
          </a:lstStyle>
          <a:p>
            <a:pPr lvl="0"/>
            <a:r>
              <a:rPr lang="en-US" dirty="0"/>
              <a:t>Seven</a:t>
            </a:r>
          </a:p>
          <a:p>
            <a:pPr lvl="0"/>
            <a:r>
              <a:rPr lang="en-US" dirty="0"/>
              <a:t>Eight</a:t>
            </a:r>
          </a:p>
          <a:p>
            <a:pPr lvl="0"/>
            <a:r>
              <a:rPr lang="en-US" dirty="0"/>
              <a:t>Nine</a:t>
            </a:r>
          </a:p>
        </p:txBody>
      </p:sp>
    </p:spTree>
    <p:extLst>
      <p:ext uri="{BB962C8B-B14F-4D97-AF65-F5344CB8AC3E}">
        <p14:creationId xmlns:p14="http://schemas.microsoft.com/office/powerpoint/2010/main" val="156213940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3160" userDrawn="1">
          <p15:clr>
            <a:srgbClr val="FBAE40"/>
          </p15:clr>
        </p15:guide>
        <p15:guide id="25" orient="horz" pos="709" userDrawn="1">
          <p15:clr>
            <a:srgbClr val="FBAE40"/>
          </p15:clr>
        </p15:guide>
        <p15:guide id="26" pos="6834" userDrawn="1">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Profile Slide 2">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1B46280-63FA-B14C-B387-DA6973CC6798}"/>
              </a:ext>
            </a:extLst>
          </p:cNvPr>
          <p:cNvSpPr>
            <a:spLocks noGrp="1"/>
          </p:cNvSpPr>
          <p:nvPr>
            <p:ph type="pic" sz="quarter" idx="10"/>
          </p:nvPr>
        </p:nvSpPr>
        <p:spPr>
          <a:xfrm>
            <a:off x="0" y="0"/>
            <a:ext cx="4065588" cy="6858000"/>
          </a:xfrm>
        </p:spPr>
        <p:txBody>
          <a:bodyPr/>
          <a:lstStyle/>
          <a:p>
            <a:r>
              <a:rPr lang="en-US"/>
              <a:t>Click icon to add picture</a:t>
            </a:r>
          </a:p>
        </p:txBody>
      </p:sp>
      <p:sp>
        <p:nvSpPr>
          <p:cNvPr id="11" name="Text Placeholder 10">
            <a:extLst>
              <a:ext uri="{FF2B5EF4-FFF2-40B4-BE49-F238E27FC236}">
                <a16:creationId xmlns:a16="http://schemas.microsoft.com/office/drawing/2014/main" id="{DF839B9F-7DF1-054D-850B-194BE124935E}"/>
              </a:ext>
            </a:extLst>
          </p:cNvPr>
          <p:cNvSpPr>
            <a:spLocks noGrp="1"/>
          </p:cNvSpPr>
          <p:nvPr>
            <p:ph type="body" sz="quarter" idx="11" hasCustomPrompt="1"/>
          </p:nvPr>
        </p:nvSpPr>
        <p:spPr>
          <a:xfrm>
            <a:off x="5016500" y="1125538"/>
            <a:ext cx="5832475" cy="371513"/>
          </a:xfrm>
        </p:spPr>
        <p:txBody>
          <a:bodyPr lIns="90000" tIns="46800" rIns="90000" bIns="46800"/>
          <a:lstStyle>
            <a:lvl1pPr marL="0" indent="0">
              <a:buNone/>
              <a:defRPr sz="1800">
                <a:solidFill>
                  <a:schemeClr val="tx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err="1"/>
              <a:t>Firstname</a:t>
            </a:r>
            <a:r>
              <a:rPr lang="en-US" dirty="0"/>
              <a:t> </a:t>
            </a:r>
            <a:r>
              <a:rPr lang="en-US" dirty="0" err="1"/>
              <a:t>Lastname</a:t>
            </a:r>
            <a:endParaRPr lang="en-US" dirty="0"/>
          </a:p>
        </p:txBody>
      </p:sp>
      <p:sp>
        <p:nvSpPr>
          <p:cNvPr id="13" name="Text Placeholder 12">
            <a:extLst>
              <a:ext uri="{FF2B5EF4-FFF2-40B4-BE49-F238E27FC236}">
                <a16:creationId xmlns:a16="http://schemas.microsoft.com/office/drawing/2014/main" id="{FEA3FFE7-512C-2E4D-8815-991035A0DA83}"/>
              </a:ext>
            </a:extLst>
          </p:cNvPr>
          <p:cNvSpPr>
            <a:spLocks noGrp="1"/>
          </p:cNvSpPr>
          <p:nvPr>
            <p:ph type="body" sz="quarter" idx="12" hasCustomPrompt="1"/>
          </p:nvPr>
        </p:nvSpPr>
        <p:spPr>
          <a:xfrm>
            <a:off x="5016500" y="1518666"/>
            <a:ext cx="5832475" cy="309958"/>
          </a:xfrm>
        </p:spPr>
        <p:txBody>
          <a:bodyPr lIns="90000" tIns="46800" rIns="90000" bIns="46800"/>
          <a:lstStyle>
            <a:lvl1pPr marL="0" indent="0">
              <a:buNone/>
              <a:defRPr sz="1400">
                <a:solidFill>
                  <a:schemeClr val="accent6"/>
                </a:solidFill>
              </a:defRPr>
            </a:lvl1pPr>
          </a:lstStyle>
          <a:p>
            <a:pPr lvl="0"/>
            <a:r>
              <a:rPr lang="en-US" dirty="0"/>
              <a:t>Title</a:t>
            </a:r>
          </a:p>
        </p:txBody>
      </p:sp>
      <p:sp>
        <p:nvSpPr>
          <p:cNvPr id="17" name="Text Placeholder 16">
            <a:extLst>
              <a:ext uri="{FF2B5EF4-FFF2-40B4-BE49-F238E27FC236}">
                <a16:creationId xmlns:a16="http://schemas.microsoft.com/office/drawing/2014/main" id="{CD00EE18-3969-7542-AF14-B6EF530C496B}"/>
              </a:ext>
            </a:extLst>
          </p:cNvPr>
          <p:cNvSpPr>
            <a:spLocks noGrp="1"/>
          </p:cNvSpPr>
          <p:nvPr>
            <p:ph type="body" sz="quarter" idx="13" hasCustomPrompt="1"/>
          </p:nvPr>
        </p:nvSpPr>
        <p:spPr>
          <a:xfrm>
            <a:off x="5016500" y="2614613"/>
            <a:ext cx="5832475" cy="956288"/>
          </a:xfrm>
        </p:spPr>
        <p:txBody>
          <a:bodyPr lIns="90000" tIns="46800" rIns="90000" bIns="46800"/>
          <a:lstStyle>
            <a:lvl1pPr marL="0" indent="0">
              <a:buNone/>
              <a:defRPr sz="1400">
                <a:solidFill>
                  <a:schemeClr val="accent6"/>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p:txBody>
      </p:sp>
      <p:sp>
        <p:nvSpPr>
          <p:cNvPr id="19" name="Text Placeholder 18">
            <a:extLst>
              <a:ext uri="{FF2B5EF4-FFF2-40B4-BE49-F238E27FC236}">
                <a16:creationId xmlns:a16="http://schemas.microsoft.com/office/drawing/2014/main" id="{D28C378F-3F66-354E-B8F9-1B9FC26E68A9}"/>
              </a:ext>
            </a:extLst>
          </p:cNvPr>
          <p:cNvSpPr>
            <a:spLocks noGrp="1"/>
          </p:cNvSpPr>
          <p:nvPr>
            <p:ph type="body" sz="quarter" idx="14" hasCustomPrompt="1"/>
          </p:nvPr>
        </p:nvSpPr>
        <p:spPr>
          <a:xfrm>
            <a:off x="5018087" y="2093722"/>
            <a:ext cx="5832475" cy="371513"/>
          </a:xfrm>
        </p:spPr>
        <p:txBody>
          <a:bodyPr lIns="90000" tIns="46800" rIns="90000" bIns="46800"/>
          <a:lstStyle>
            <a:lvl1pPr marL="0" indent="0">
              <a:buNone/>
              <a:defRPr sz="1800">
                <a:solidFill>
                  <a:schemeClr val="accent6"/>
                </a:solidFill>
                <a:latin typeface="+mj-lt"/>
              </a:defRPr>
            </a:lvl1pPr>
          </a:lstStyle>
          <a:p>
            <a:pPr lvl="0"/>
            <a:r>
              <a:rPr lang="en-US" dirty="0"/>
              <a:t>Experience</a:t>
            </a:r>
          </a:p>
        </p:txBody>
      </p:sp>
      <p:sp>
        <p:nvSpPr>
          <p:cNvPr id="20" name="Text Placeholder 18">
            <a:extLst>
              <a:ext uri="{FF2B5EF4-FFF2-40B4-BE49-F238E27FC236}">
                <a16:creationId xmlns:a16="http://schemas.microsoft.com/office/drawing/2014/main" id="{47E7A509-84C5-4843-8CD9-B01570BA7BA0}"/>
              </a:ext>
            </a:extLst>
          </p:cNvPr>
          <p:cNvSpPr>
            <a:spLocks noGrp="1"/>
          </p:cNvSpPr>
          <p:nvPr>
            <p:ph type="body" sz="quarter" idx="15" hasCustomPrompt="1"/>
          </p:nvPr>
        </p:nvSpPr>
        <p:spPr>
          <a:xfrm>
            <a:off x="5018087" y="4426832"/>
            <a:ext cx="5832475" cy="371513"/>
          </a:xfrm>
        </p:spPr>
        <p:txBody>
          <a:bodyPr lIns="90000" tIns="46800" rIns="90000" bIns="46800"/>
          <a:lstStyle>
            <a:lvl1pPr marL="0" indent="0">
              <a:buNone/>
              <a:defRPr sz="1800">
                <a:solidFill>
                  <a:schemeClr val="accent6"/>
                </a:solidFill>
                <a:latin typeface="+mj-lt"/>
              </a:defRPr>
            </a:lvl1pPr>
          </a:lstStyle>
          <a:p>
            <a:pPr lvl="0"/>
            <a:r>
              <a:rPr lang="en-US" dirty="0"/>
              <a:t>Expertise</a:t>
            </a:r>
          </a:p>
        </p:txBody>
      </p:sp>
      <p:sp>
        <p:nvSpPr>
          <p:cNvPr id="22" name="Text Placeholder 21">
            <a:extLst>
              <a:ext uri="{FF2B5EF4-FFF2-40B4-BE49-F238E27FC236}">
                <a16:creationId xmlns:a16="http://schemas.microsoft.com/office/drawing/2014/main" id="{39F526AE-17B2-DD4A-BE59-23D0E4A3D04F}"/>
              </a:ext>
            </a:extLst>
          </p:cNvPr>
          <p:cNvSpPr>
            <a:spLocks noGrp="1"/>
          </p:cNvSpPr>
          <p:nvPr>
            <p:ph type="body" sz="quarter" idx="16" hasCustomPrompt="1"/>
          </p:nvPr>
        </p:nvSpPr>
        <p:spPr>
          <a:xfrm>
            <a:off x="5016500" y="4864164"/>
            <a:ext cx="1649476" cy="827022"/>
          </a:xfrm>
        </p:spPr>
        <p:txBody>
          <a:bodyPr lIns="90000" tIns="46800" rIns="90000" bIns="46800"/>
          <a:lstStyle>
            <a:lvl1pPr>
              <a:buSzPct val="100000"/>
              <a:defRPr sz="1400">
                <a:solidFill>
                  <a:schemeClr val="accent6"/>
                </a:solidFill>
              </a:defRPr>
            </a:lvl1pPr>
          </a:lstStyle>
          <a:p>
            <a:pPr lvl="0"/>
            <a:r>
              <a:rPr lang="en-US" dirty="0"/>
              <a:t>One</a:t>
            </a:r>
          </a:p>
          <a:p>
            <a:pPr lvl="0"/>
            <a:r>
              <a:rPr lang="en-US" dirty="0"/>
              <a:t>Two</a:t>
            </a:r>
          </a:p>
          <a:p>
            <a:pPr lvl="0"/>
            <a:r>
              <a:rPr lang="en-US" dirty="0"/>
              <a:t>Three</a:t>
            </a:r>
          </a:p>
        </p:txBody>
      </p:sp>
      <p:sp>
        <p:nvSpPr>
          <p:cNvPr id="23" name="Text Placeholder 21">
            <a:extLst>
              <a:ext uri="{FF2B5EF4-FFF2-40B4-BE49-F238E27FC236}">
                <a16:creationId xmlns:a16="http://schemas.microsoft.com/office/drawing/2014/main" id="{D4BF07C4-9406-4146-BE9F-4987294757D1}"/>
              </a:ext>
            </a:extLst>
          </p:cNvPr>
          <p:cNvSpPr>
            <a:spLocks noGrp="1"/>
          </p:cNvSpPr>
          <p:nvPr>
            <p:ph type="body" sz="quarter" idx="17" hasCustomPrompt="1"/>
          </p:nvPr>
        </p:nvSpPr>
        <p:spPr>
          <a:xfrm>
            <a:off x="7104994" y="4864164"/>
            <a:ext cx="1649476" cy="827022"/>
          </a:xfrm>
        </p:spPr>
        <p:txBody>
          <a:bodyPr lIns="90000" tIns="46800" rIns="90000" bIns="46800"/>
          <a:lstStyle>
            <a:lvl1pPr>
              <a:buSzPct val="100000"/>
              <a:defRPr sz="1400">
                <a:solidFill>
                  <a:schemeClr val="accent6"/>
                </a:solidFill>
              </a:defRPr>
            </a:lvl1pPr>
          </a:lstStyle>
          <a:p>
            <a:pPr lvl="0"/>
            <a:r>
              <a:rPr lang="en-US" dirty="0"/>
              <a:t>Four</a:t>
            </a:r>
          </a:p>
          <a:p>
            <a:pPr lvl="0"/>
            <a:r>
              <a:rPr lang="en-US" dirty="0"/>
              <a:t>Five</a:t>
            </a:r>
          </a:p>
          <a:p>
            <a:pPr lvl="0"/>
            <a:r>
              <a:rPr lang="en-US" dirty="0"/>
              <a:t>Six</a:t>
            </a:r>
          </a:p>
        </p:txBody>
      </p:sp>
      <p:sp>
        <p:nvSpPr>
          <p:cNvPr id="24" name="Text Placeholder 21">
            <a:extLst>
              <a:ext uri="{FF2B5EF4-FFF2-40B4-BE49-F238E27FC236}">
                <a16:creationId xmlns:a16="http://schemas.microsoft.com/office/drawing/2014/main" id="{AD8CD734-0F6D-C94D-8A16-9F36D2D3D601}"/>
              </a:ext>
            </a:extLst>
          </p:cNvPr>
          <p:cNvSpPr>
            <a:spLocks noGrp="1"/>
          </p:cNvSpPr>
          <p:nvPr>
            <p:ph type="body" sz="quarter" idx="18" hasCustomPrompt="1"/>
          </p:nvPr>
        </p:nvSpPr>
        <p:spPr>
          <a:xfrm>
            <a:off x="9193488" y="4864164"/>
            <a:ext cx="1649476" cy="827022"/>
          </a:xfrm>
        </p:spPr>
        <p:txBody>
          <a:bodyPr lIns="90000" tIns="46800" rIns="90000" bIns="46800"/>
          <a:lstStyle>
            <a:lvl1pPr>
              <a:buSzPct val="100000"/>
              <a:defRPr sz="1400">
                <a:solidFill>
                  <a:schemeClr val="accent6"/>
                </a:solidFill>
              </a:defRPr>
            </a:lvl1pPr>
          </a:lstStyle>
          <a:p>
            <a:pPr lvl="0"/>
            <a:r>
              <a:rPr lang="en-US" dirty="0"/>
              <a:t>Seven</a:t>
            </a:r>
          </a:p>
          <a:p>
            <a:pPr lvl="0"/>
            <a:r>
              <a:rPr lang="en-US" dirty="0"/>
              <a:t>Eight</a:t>
            </a:r>
          </a:p>
          <a:p>
            <a:pPr lvl="0"/>
            <a:r>
              <a:rPr lang="en-US" dirty="0"/>
              <a:t>Nine</a:t>
            </a:r>
          </a:p>
        </p:txBody>
      </p:sp>
    </p:spTree>
    <p:extLst>
      <p:ext uri="{BB962C8B-B14F-4D97-AF65-F5344CB8AC3E}">
        <p14:creationId xmlns:p14="http://schemas.microsoft.com/office/powerpoint/2010/main" val="380117858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3160" userDrawn="1">
          <p15:clr>
            <a:srgbClr val="FBAE40"/>
          </p15:clr>
        </p15:guide>
        <p15:guide id="25" orient="horz" pos="709" userDrawn="1">
          <p15:clr>
            <a:srgbClr val="FBAE40"/>
          </p15:clr>
        </p15:guide>
        <p15:guide id="26" pos="6834" userDrawn="1">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Large Number Divider 1">
    <p:bg>
      <p:bgRef idx="1001">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4941888" y="585788"/>
            <a:ext cx="6667500" cy="690119"/>
          </a:xfrm>
        </p:spPr>
        <p:txBody>
          <a:bodyPr anchor="t">
            <a:noAutofit/>
          </a:bodyPr>
          <a:lstStyle>
            <a:lvl1pPr marL="0" indent="0">
              <a:spcAft>
                <a:spcPts val="600"/>
              </a:spcAft>
              <a:buFont typeface="Wingdings" panose="05000000000000000000" pitchFamily="2" charset="2"/>
              <a:buNone/>
              <a:defRPr sz="3600">
                <a:solidFill>
                  <a:schemeClr val="tx1"/>
                </a:solidFill>
                <a:latin typeface="+mj-lt"/>
              </a:defRPr>
            </a:lvl1pPr>
          </a:lstStyle>
          <a:p>
            <a:pPr lvl="0"/>
            <a:r>
              <a:rPr lang="en-US" dirty="0"/>
              <a:t>Section 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5"/>
            <a:ext cx="4356100" cy="6177516"/>
          </a:xfrm>
          <a:prstGeom prst="rect">
            <a:avLst/>
          </a:prstGeom>
          <a:noFill/>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1</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Tree>
    <p:extLst>
      <p:ext uri="{BB962C8B-B14F-4D97-AF65-F5344CB8AC3E}">
        <p14:creationId xmlns:p14="http://schemas.microsoft.com/office/powerpoint/2010/main" val="309218211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3"/>
            <a:ext cx="4356100" cy="6177517"/>
          </a:xfrm>
          <a:prstGeom prst="rect">
            <a:avLst/>
          </a:prstGeom>
          <a:noFill/>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2</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E8663993-2CF4-0843-9834-2078442DBA71}"/>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90063326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3</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25F75097-07A2-DA4F-AFC5-71B04739FCB0}"/>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68473859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3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4</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96CEF9B0-0F7A-414C-9382-56532822A960}"/>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55035194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4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5</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0B03ADF2-CBA0-AB48-AC2A-77EAF2C81AA2}"/>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77247137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5_Large Number Divider 1">
    <p:bg>
      <p:bgRef idx="1001">
        <a:schemeClr val="bg2"/>
      </p:bgRef>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287FF5-DA2B-6549-A430-2AB0462370E7}"/>
              </a:ext>
            </a:extLst>
          </p:cNvPr>
          <p:cNvSpPr txBox="1"/>
          <p:nvPr userDrawn="1"/>
        </p:nvSpPr>
        <p:spPr>
          <a:xfrm>
            <a:off x="0" y="680485"/>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1</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9" name="Title 1">
            <a:extLst>
              <a:ext uri="{FF2B5EF4-FFF2-40B4-BE49-F238E27FC236}">
                <a16:creationId xmlns:a16="http://schemas.microsoft.com/office/drawing/2014/main" id="{939C9626-6AB7-9442-8C32-698E08BC85A7}"/>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74459593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6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3"/>
            <a:ext cx="4356100" cy="6177517"/>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2</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649666AF-1BFD-C547-B312-5E30EBC9B839}"/>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47228313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7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3</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443D24FC-F71D-C245-A2DA-55D32F6AA872}"/>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57784161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8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4</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DA3A573E-5425-E24C-AC5B-D2C67E89FC53}"/>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6422873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9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5</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AD9EEC05-DC95-844E-868F-EEEB231AD961}"/>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58932719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Developer Code Layout full pa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dirty="0"/>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00802985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Developer Code Layou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endParaRPr lang="en-US" dirty="0"/>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42438410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de Bottom">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Tree>
    <p:extLst>
      <p:ext uri="{BB962C8B-B14F-4D97-AF65-F5344CB8AC3E}">
        <p14:creationId xmlns:p14="http://schemas.microsoft.com/office/powerpoint/2010/main" val="97853416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de Top">
    <p:bg>
      <p:bgRef idx="1001">
        <a:schemeClr val="bg2"/>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endParaRPr lang="en-US" dirty="0"/>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Tree>
    <p:extLst>
      <p:ext uri="{BB962C8B-B14F-4D97-AF65-F5344CB8AC3E}">
        <p14:creationId xmlns:p14="http://schemas.microsoft.com/office/powerpoint/2010/main" val="165668527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de Right s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dirty="0"/>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Tree>
    <p:extLst>
      <p:ext uri="{BB962C8B-B14F-4D97-AF65-F5344CB8AC3E}">
        <p14:creationId xmlns:p14="http://schemas.microsoft.com/office/powerpoint/2010/main" val="12063983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de Left sd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dirty="0"/>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Tree>
    <p:extLst>
      <p:ext uri="{BB962C8B-B14F-4D97-AF65-F5344CB8AC3E}">
        <p14:creationId xmlns:p14="http://schemas.microsoft.com/office/powerpoint/2010/main" val="34509513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3897602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7744055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Section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dirty="0"/>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Subtitle</a:t>
            </a:r>
          </a:p>
        </p:txBody>
      </p:sp>
    </p:spTree>
    <p:extLst>
      <p:ext uri="{BB962C8B-B14F-4D97-AF65-F5344CB8AC3E}">
        <p14:creationId xmlns:p14="http://schemas.microsoft.com/office/powerpoint/2010/main" val="15770881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Section Divider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Subtitle</a:t>
            </a:r>
          </a:p>
        </p:txBody>
      </p:sp>
    </p:spTree>
    <p:extLst>
      <p:ext uri="{BB962C8B-B14F-4D97-AF65-F5344CB8AC3E}">
        <p14:creationId xmlns:p14="http://schemas.microsoft.com/office/powerpoint/2010/main" val="25625778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Section Divider 3">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Subtitle</a:t>
            </a:r>
          </a:p>
        </p:txBody>
      </p:sp>
    </p:spTree>
    <p:extLst>
      <p:ext uri="{BB962C8B-B14F-4D97-AF65-F5344CB8AC3E}">
        <p14:creationId xmlns:p14="http://schemas.microsoft.com/office/powerpoint/2010/main" val="7497528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Section Divider 4">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93204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description</a:t>
            </a:r>
          </a:p>
        </p:txBody>
      </p:sp>
      <p:sp>
        <p:nvSpPr>
          <p:cNvPr id="5" name="Text Placeholder 4"/>
          <p:cNvSpPr>
            <a:spLocks noGrp="1"/>
          </p:cNvSpPr>
          <p:nvPr>
            <p:ph type="body" sz="quarter" idx="12" hasCustomPrompt="1"/>
          </p:nvPr>
        </p:nvSpPr>
        <p:spPr>
          <a:xfrm>
            <a:off x="585216" y="585788"/>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accent3"/>
                </a:solidFill>
                <a:latin typeface="+mn-lt"/>
              </a:defRPr>
            </a:lvl1pPr>
          </a:lstStyle>
          <a:p>
            <a:pPr lvl="0"/>
            <a:r>
              <a:rPr lang="en-US" dirty="0"/>
              <a:t>Section Name</a:t>
            </a:r>
          </a:p>
        </p:txBody>
      </p:sp>
    </p:spTree>
    <p:extLst>
      <p:ext uri="{BB962C8B-B14F-4D97-AF65-F5344CB8AC3E}">
        <p14:creationId xmlns:p14="http://schemas.microsoft.com/office/powerpoint/2010/main" val="11667776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dirty="0"/>
              <a:t>Section title with no subtitle</a:t>
            </a:r>
          </a:p>
        </p:txBody>
      </p:sp>
    </p:spTree>
    <p:extLst>
      <p:ext uri="{BB962C8B-B14F-4D97-AF65-F5344CB8AC3E}">
        <p14:creationId xmlns:p14="http://schemas.microsoft.com/office/powerpoint/2010/main" val="36503582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 with no subtitle</a:t>
            </a:r>
          </a:p>
        </p:txBody>
      </p:sp>
    </p:spTree>
    <p:extLst>
      <p:ext uri="{BB962C8B-B14F-4D97-AF65-F5344CB8AC3E}">
        <p14:creationId xmlns:p14="http://schemas.microsoft.com/office/powerpoint/2010/main" val="4278299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Blank 12 Column">
    <p:spTree>
      <p:nvGrpSpPr>
        <p:cNvPr id="1" name=""/>
        <p:cNvGrpSpPr/>
        <p:nvPr/>
      </p:nvGrpSpPr>
      <p:grpSpPr>
        <a:xfrm>
          <a:off x="0" y="0"/>
          <a:ext cx="0" cy="0"/>
          <a:chOff x="0" y="0"/>
          <a:chExt cx="0" cy="0"/>
        </a:xfrm>
      </p:grpSpPr>
    </p:spTree>
    <p:extLst>
      <p:ext uri="{BB962C8B-B14F-4D97-AF65-F5344CB8AC3E}">
        <p14:creationId xmlns:p14="http://schemas.microsoft.com/office/powerpoint/2010/main" val="5457056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Blank 12 Column Dark Bkg">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87878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Apendix Blue Bkg">
    <p:bg>
      <p:bgRef idx="1001">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F377B63-6619-6B40-8D85-1D972ED609B9}"/>
              </a:ext>
            </a:extLst>
          </p:cNvPr>
          <p:cNvSpPr>
            <a:spLocks noGrp="1"/>
          </p:cNvSpPr>
          <p:nvPr>
            <p:ph type="body" sz="quarter" idx="10" hasCustomPrompt="1"/>
          </p:nvPr>
        </p:nvSpPr>
        <p:spPr>
          <a:xfrm>
            <a:off x="584200" y="5715040"/>
            <a:ext cx="5367338" cy="553998"/>
          </a:xfrm>
        </p:spPr>
        <p:txBody>
          <a:bodyPr anchor="b"/>
          <a:lstStyle>
            <a:lvl1pPr marL="0" indent="0">
              <a:buNone/>
              <a:defRPr sz="3600">
                <a:latin typeface="+mj-lt"/>
              </a:defRPr>
            </a:lvl1pPr>
          </a:lstStyle>
          <a:p>
            <a:pPr lvl="0"/>
            <a:r>
              <a:rPr lang="en-US" dirty="0"/>
              <a:t>Appendix</a:t>
            </a:r>
          </a:p>
        </p:txBody>
      </p:sp>
    </p:spTree>
    <p:extLst>
      <p:ext uri="{BB962C8B-B14F-4D97-AF65-F5344CB8AC3E}">
        <p14:creationId xmlns:p14="http://schemas.microsoft.com/office/powerpoint/2010/main" val="235373038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6" pos="3749">
          <p15:clr>
            <a:srgbClr val="A4A3A4"/>
          </p15:clr>
        </p15:guide>
        <p15:guide id="17" pos="3932">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9250691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288" userDrawn="1">
          <p15:clr>
            <a:srgbClr val="5ACBF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slideLayout" Target="../slideLayouts/slideLayout88.xml"/><Relationship Id="rId89" Type="http://schemas.openxmlformats.org/officeDocument/2006/relationships/slideLayout" Target="../slideLayouts/slideLayout89.xml"/><Relationship Id="rId90" Type="http://schemas.openxmlformats.org/officeDocument/2006/relationships/slideLayout" Target="../slideLayouts/slideLayout90.xml"/><Relationship Id="rId91" Type="http://schemas.openxmlformats.org/officeDocument/2006/relationships/slideLayout" Target="../slideLayouts/slideLayout91.xml"/><Relationship Id="rId92" Type="http://schemas.openxmlformats.org/officeDocument/2006/relationships/slideLayout" Target="../slideLayouts/slideLayout92.xml"/><Relationship Id="rId93" Type="http://schemas.openxmlformats.org/officeDocument/2006/relationships/slideLayout" Target="../slideLayouts/slideLayout93.xml"/><Relationship Id="rId94" Type="http://schemas.openxmlformats.org/officeDocument/2006/relationships/slideLayout" Target="../slideLayouts/slideLayout94.xml"/><Relationship Id="rId95" Type="http://schemas.openxmlformats.org/officeDocument/2006/relationships/slideLayout" Target="../slideLayouts/slideLayout95.xml"/><Relationship Id="rId96" Type="http://schemas.openxmlformats.org/officeDocument/2006/relationships/slideLayout" Target="../slideLayouts/slideLayout96.xml"/><Relationship Id="rId97" Type="http://schemas.openxmlformats.org/officeDocument/2006/relationships/slideLayout" Target="../slideLayouts/slideLayout97.xml"/><Relationship Id="rId98" Type="http://schemas.openxmlformats.org/officeDocument/2006/relationships/slideLayout" Target="../slideLayouts/slideLayout98.xml"/><Relationship Id="rId99" Type="http://schemas.openxmlformats.org/officeDocument/2006/relationships/slideLayout" Target="../slideLayouts/slideLayout99.xml"/><Relationship Id="rId100" Type="http://schemas.openxmlformats.org/officeDocument/2006/relationships/slideLayout" Target="../slideLayouts/slideLayout100.xml"/><Relationship Id="rId101" Type="http://schemas.openxmlformats.org/officeDocument/2006/relationships/slideLayout" Target="../slideLayouts/slideLayout101.xml"/><Relationship Id="rId102" Type="http://schemas.openxmlformats.org/officeDocument/2006/relationships/slideLayout" Target="../slideLayouts/slideLayout102.xml"/><Relationship Id="rId103" Type="http://schemas.openxmlformats.org/officeDocument/2006/relationships/slideLayout" Target="../slideLayouts/slideLayout103.xml"/><Relationship Id="rId104" Type="http://schemas.openxmlformats.org/officeDocument/2006/relationships/slideLayout" Target="../slideLayouts/slideLayout104.xml"/><Relationship Id="rId105" Type="http://schemas.openxmlformats.org/officeDocument/2006/relationships/slideLayout" Target="../slideLayouts/slideLayout105.xml"/><Relationship Id="rId106" Type="http://schemas.openxmlformats.org/officeDocument/2006/relationships/slideLayout" Target="../slideLayouts/slideLayout106.xml"/><Relationship Id="rId107" Type="http://schemas.openxmlformats.org/officeDocument/2006/relationships/slideLayout" Target="../slideLayouts/slideLayout107.xml"/><Relationship Id="rId108" Type="http://schemas.openxmlformats.org/officeDocument/2006/relationships/slideLayout" Target="../slideLayouts/slideLayout108.xml"/><Relationship Id="rId109" Type="http://schemas.openxmlformats.org/officeDocument/2006/relationships/slideLayout" Target="../slideLayouts/slideLayout109.xml"/><Relationship Id="rId110" Type="http://schemas.openxmlformats.org/officeDocument/2006/relationships/slideLayout" Target="../slideLayouts/slideLayout110.xml"/><Relationship Id="rId111" Type="http://schemas.openxmlformats.org/officeDocument/2006/relationships/slideLayout" Target="../slideLayouts/slideLayout111.xml"/><Relationship Id="rId112" Type="http://schemas.openxmlformats.org/officeDocument/2006/relationships/slideLayout" Target="../slideLayouts/slideLayout112.xml"/><Relationship Id="rId113" Type="http://schemas.openxmlformats.org/officeDocument/2006/relationships/slideLayout" Target="../slideLayouts/slideLayout113.xml"/><Relationship Id="rId114" Type="http://schemas.openxmlformats.org/officeDocument/2006/relationships/theme" Target="../theme/theme1.xml"/><Relationship Id="rId115"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115" cstate="hqprint">
            <a:extLst>
              <a:ext uri="{28A0092B-C50C-407E-A947-70E740481C1C}">
                <a14:useLocalDpi xmlns:a14="http://schemas.microsoft.com/office/drawing/2010/main"/>
              </a:ext>
            </a:extLst>
          </a:blip>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580" r:id="rId1"/>
    <p:sldLayoutId id="2147484609" r:id="rId2"/>
    <p:sldLayoutId id="2147484577" r:id="rId3"/>
    <p:sldLayoutId id="2147485286" r:id="rId4"/>
    <p:sldLayoutId id="2147485390" r:id="rId5"/>
    <p:sldLayoutId id="2147484610" r:id="rId6"/>
    <p:sldLayoutId id="2147485389" r:id="rId7"/>
    <p:sldLayoutId id="2147485395" r:id="rId8"/>
    <p:sldLayoutId id="2147485396" r:id="rId9"/>
    <p:sldLayoutId id="2147484710" r:id="rId10"/>
    <p:sldLayoutId id="2147484240" r:id="rId11"/>
    <p:sldLayoutId id="2147484910" r:id="rId12"/>
    <p:sldLayoutId id="2147484911" r:id="rId13"/>
    <p:sldLayoutId id="2147485050" r:id="rId14"/>
    <p:sldLayoutId id="2147485165" r:id="rId15"/>
    <p:sldLayoutId id="2147484941" r:id="rId16"/>
    <p:sldLayoutId id="2147484942" r:id="rId17"/>
    <p:sldLayoutId id="2147485162" r:id="rId18"/>
    <p:sldLayoutId id="2147484639" r:id="rId19"/>
    <p:sldLayoutId id="2147484943" r:id="rId20"/>
    <p:sldLayoutId id="2147484603" r:id="rId21"/>
    <p:sldLayoutId id="2147485324" r:id="rId22"/>
    <p:sldLayoutId id="2147485326" r:id="rId23"/>
    <p:sldLayoutId id="2147485327" r:id="rId24"/>
    <p:sldLayoutId id="2147485328" r:id="rId25"/>
    <p:sldLayoutId id="2147485329" r:id="rId26"/>
    <p:sldLayoutId id="2147485330" r:id="rId27"/>
    <p:sldLayoutId id="2147485325" r:id="rId28"/>
    <p:sldLayoutId id="2147485331" r:id="rId29"/>
    <p:sldLayoutId id="2147485332" r:id="rId30"/>
    <p:sldLayoutId id="2147485366" r:id="rId31"/>
    <p:sldLayoutId id="2147485333" r:id="rId32"/>
    <p:sldLayoutId id="2147485334" r:id="rId33"/>
    <p:sldLayoutId id="2147485394" r:id="rId34"/>
    <p:sldLayoutId id="2147485340" r:id="rId35"/>
    <p:sldLayoutId id="2147485346" r:id="rId36"/>
    <p:sldLayoutId id="2147485349" r:id="rId37"/>
    <p:sldLayoutId id="2147485351" r:id="rId38"/>
    <p:sldLayoutId id="2147485369" r:id="rId39"/>
    <p:sldLayoutId id="2147485363" r:id="rId40"/>
    <p:sldLayoutId id="2147485370" r:id="rId41"/>
    <p:sldLayoutId id="2147484833" r:id="rId42"/>
    <p:sldLayoutId id="2147484834" r:id="rId43"/>
    <p:sldLayoutId id="2147484835" r:id="rId44"/>
    <p:sldLayoutId id="2147485385" r:id="rId45"/>
    <p:sldLayoutId id="2147485387" r:id="rId46"/>
    <p:sldLayoutId id="2147485382" r:id="rId47"/>
    <p:sldLayoutId id="2147484922" r:id="rId48"/>
    <p:sldLayoutId id="2147484923" r:id="rId49"/>
    <p:sldLayoutId id="2147485287" r:id="rId50"/>
    <p:sldLayoutId id="2147484924" r:id="rId51"/>
    <p:sldLayoutId id="2147484839" r:id="rId52"/>
    <p:sldLayoutId id="2147484840" r:id="rId53"/>
    <p:sldLayoutId id="2147485383" r:id="rId54"/>
    <p:sldLayoutId id="2147484841" r:id="rId55"/>
    <p:sldLayoutId id="2147484842" r:id="rId56"/>
    <p:sldLayoutId id="2147484843" r:id="rId57"/>
    <p:sldLayoutId id="2147484938" r:id="rId58"/>
    <p:sldLayoutId id="2147484939" r:id="rId59"/>
    <p:sldLayoutId id="2147484940" r:id="rId60"/>
    <p:sldLayoutId id="2147485161" r:id="rId61"/>
    <p:sldLayoutId id="2147485152" r:id="rId62"/>
    <p:sldLayoutId id="2147485153" r:id="rId63"/>
    <p:sldLayoutId id="2147485154" r:id="rId64"/>
    <p:sldLayoutId id="2147485379" r:id="rId65"/>
    <p:sldLayoutId id="2147485380" r:id="rId66"/>
    <p:sldLayoutId id="2147485381" r:id="rId67"/>
    <p:sldLayoutId id="2147484944" r:id="rId68"/>
    <p:sldLayoutId id="2147484945" r:id="rId69"/>
    <p:sldLayoutId id="2147485372" r:id="rId70"/>
    <p:sldLayoutId id="2147485373" r:id="rId71"/>
    <p:sldLayoutId id="2147485388" r:id="rId72"/>
    <p:sldLayoutId id="2147485296" r:id="rId73"/>
    <p:sldLayoutId id="2147485392" r:id="rId74"/>
    <p:sldLayoutId id="2147485393" r:id="rId75"/>
    <p:sldLayoutId id="2147485368" r:id="rId76"/>
    <p:sldLayoutId id="2147485367" r:id="rId77"/>
    <p:sldLayoutId id="2147485292" r:id="rId78"/>
    <p:sldLayoutId id="2147485294" r:id="rId79"/>
    <p:sldLayoutId id="2147485338" r:id="rId80"/>
    <p:sldLayoutId id="2147485339" r:id="rId81"/>
    <p:sldLayoutId id="2147485360" r:id="rId82"/>
    <p:sldLayoutId id="2147485364" r:id="rId83"/>
    <p:sldLayoutId id="2147485365" r:id="rId84"/>
    <p:sldLayoutId id="2147485352" r:id="rId85"/>
    <p:sldLayoutId id="2147485353" r:id="rId86"/>
    <p:sldLayoutId id="2147485354" r:id="rId87"/>
    <p:sldLayoutId id="2147485355" r:id="rId88"/>
    <p:sldLayoutId id="2147485356" r:id="rId89"/>
    <p:sldLayoutId id="2147485374" r:id="rId90"/>
    <p:sldLayoutId id="2147485375" r:id="rId91"/>
    <p:sldLayoutId id="2147485376" r:id="rId92"/>
    <p:sldLayoutId id="2147485377" r:id="rId93"/>
    <p:sldLayoutId id="2147485378" r:id="rId94"/>
    <p:sldLayoutId id="2147485137" r:id="rId95"/>
    <p:sldLayoutId id="2147485138" r:id="rId96"/>
    <p:sldLayoutId id="2147485139" r:id="rId97"/>
    <p:sldLayoutId id="2147485140" r:id="rId98"/>
    <p:sldLayoutId id="2147485141" r:id="rId99"/>
    <p:sldLayoutId id="2147485142" r:id="rId100"/>
    <p:sldLayoutId id="2147484249" r:id="rId101"/>
    <p:sldLayoutId id="2147484640" r:id="rId102"/>
    <p:sldLayoutId id="2147485288" r:id="rId103"/>
    <p:sldLayoutId id="2147485290" r:id="rId104"/>
    <p:sldLayoutId id="2147485289" r:id="rId105"/>
    <p:sldLayoutId id="2147485291" r:id="rId106"/>
    <p:sldLayoutId id="2147484584" r:id="rId107"/>
    <p:sldLayoutId id="2147484583" r:id="rId108"/>
    <p:sldLayoutId id="2147484671" r:id="rId109"/>
    <p:sldLayoutId id="2147484673" r:id="rId110"/>
    <p:sldLayoutId id="2147485391" r:id="rId111"/>
    <p:sldLayoutId id="2147484299" r:id="rId112"/>
    <p:sldLayoutId id="2147484263" r:id="rId11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Microsoft JhengHei UI"/>
              </a:rPr>
              <a:t>Microsoft Copilot 的下一步</a:t>
            </a:r>
          </a:p>
        </p:txBody>
      </p:sp>
      <p:sp>
        <p:nvSpPr>
          <p:cNvPr id="3" name="Text Placeholder 2"/>
          <p:cNvSpPr>
            <a:spLocks noGrp="1"/>
          </p:cNvSpPr>
          <p:nvPr>
            <p:ph type="body" idx="12" sz="quarter"/>
          </p:nvPr>
        </p:nvSpPr>
        <p:spPr/>
        <p:txBody>
          <a:bodyPr/>
          <a:lstStyle/>
          <a:p>
            <a:r>
              <a:rPr>
                <a:latin typeface="Microsoft JhengHei"/>
              </a:rPr>
              <a:t>MS Build 2026 觀察 — 從對話到自主代理生態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43A5E"/>
        </a:solidFill>
      </p:bgPr>
    </p:bg>
    <p:spTree>
      <p:nvGrpSpPr>
        <p:cNvPr id="1" name=""/>
        <p:cNvGrpSpPr/>
        <p:nvPr/>
      </p:nvGrpSpPr>
      <p:grpSpPr/>
      <p:sp>
        <p:nvSpPr>
          <p:cNvPr id="2" name="Text 0"/>
          <p:cNvSpPr/>
          <p:nvPr/>
        </p:nvSpPr>
        <p:spPr>
          <a:xfrm>
            <a:off x="640080" y="457200"/>
            <a:ext cx="5486400" cy="822960"/>
          </a:xfrm>
          <a:prstGeom prst="rect">
            <a:avLst/>
          </a:prstGeom>
          <a:noFill/>
          <a:ln/>
        </p:spPr>
        <p:txBody>
          <a:bodyPr wrap="square" lIns="0" tIns="0" rIns="0" bIns="0" rtlCol="0" anchor="ctr"/>
          <a:lstStyle/>
          <a:p>
            <a:pPr indent="0" marL="0">
              <a:buNone/>
            </a:pPr>
            <a:r>
              <a:rPr lang="en-US" sz="3000" b="1" dirty="0">
                <a:solidFill>
                  <a:srgbClr val="FFFFFF"/>
                </a:solidFill>
                <a:latin typeface="Microsoft JhengHei UI" pitchFamily="34" charset="0"/>
                <a:ea typeface="Microsoft JhengHei UI" pitchFamily="34" charset="-122"/>
                <a:cs typeface="Microsoft JhengHei UI" pitchFamily="34" charset="-120"/>
              </a:rPr>
              <a:t>大綱</a:t>
            </a:r>
            <a:endParaRPr lang="en-US" sz="3000" dirty="0"/>
          </a:p>
        </p:txBody>
      </p:sp>
      <p:sp>
        <p:nvSpPr>
          <p:cNvPr id="3" name="Shape 1"/>
          <p:cNvSpPr/>
          <p:nvPr/>
        </p:nvSpPr>
        <p:spPr>
          <a:xfrm>
            <a:off x="640080" y="1325880"/>
            <a:ext cx="1143000" cy="64008"/>
          </a:xfrm>
          <a:prstGeom prst="rect">
            <a:avLst/>
          </a:prstGeom>
          <a:solidFill>
            <a:srgbClr val="50E6FF"/>
          </a:solidFill>
          <a:ln/>
        </p:spPr>
      </p:sp>
      <p:sp>
        <p:nvSpPr>
          <p:cNvPr id="4" name="Text 2"/>
          <p:cNvSpPr/>
          <p:nvPr/>
        </p:nvSpPr>
        <p:spPr>
          <a:xfrm>
            <a:off x="640080" y="1417320"/>
            <a:ext cx="5486400" cy="365760"/>
          </a:xfrm>
          <a:prstGeom prst="rect">
            <a:avLst/>
          </a:prstGeom>
          <a:noFill/>
          <a:ln/>
        </p:spPr>
        <p:txBody>
          <a:bodyPr wrap="square" lIns="0" tIns="0" rIns="0" bIns="0" rtlCol="0" anchor="ctr"/>
          <a:lstStyle/>
          <a:p>
            <a:pPr indent="0" marL="0">
              <a:buNone/>
            </a:pPr>
            <a:r>
              <a:rPr lang="en-US" sz="1300" dirty="0">
                <a:solidFill>
                  <a:srgbClr val="50E6FF"/>
                </a:solidFill>
                <a:latin typeface="Microsoft JhengHei" pitchFamily="34" charset="0"/>
                <a:ea typeface="Microsoft JhengHei" pitchFamily="34" charset="-122"/>
                <a:cs typeface="Microsoft JhengHei" pitchFamily="34" charset="-120"/>
              </a:rPr>
              <a:t>Agenda</a:t>
            </a:r>
            <a:endParaRPr lang="en-US" sz="1300" dirty="0"/>
          </a:p>
        </p:txBody>
      </p:sp>
      <p:sp>
        <p:nvSpPr>
          <p:cNvPr id="5" name="Text 3"/>
          <p:cNvSpPr/>
          <p:nvPr/>
        </p:nvSpPr>
        <p:spPr>
          <a:xfrm>
            <a:off x="640080" y="2057400"/>
            <a:ext cx="777240" cy="841248"/>
          </a:xfrm>
          <a:prstGeom prst="rect">
            <a:avLst/>
          </a:prstGeom>
          <a:noFill/>
          <a:ln/>
        </p:spPr>
        <p:txBody>
          <a:bodyPr wrap="square" lIns="0" tIns="0" rIns="0" bIns="0" rtlCol="0" anchor="t"/>
          <a:lstStyle/>
          <a:p>
            <a:pPr algn="l" indent="0" marL="0">
              <a:buNone/>
            </a:pPr>
            <a:r>
              <a:rPr lang="en-US" sz="2600" b="1" dirty="0">
                <a:solidFill>
                  <a:srgbClr val="50E6FF"/>
                </a:solidFill>
                <a:latin typeface="Microsoft JhengHei UI" pitchFamily="34" charset="0"/>
                <a:ea typeface="Microsoft JhengHei UI" pitchFamily="34" charset="-122"/>
                <a:cs typeface="Microsoft JhengHei UI" pitchFamily="34" charset="-120"/>
              </a:rPr>
              <a:t>01</a:t>
            </a:r>
            <a:endParaRPr lang="en-US" sz="2600" dirty="0"/>
          </a:p>
        </p:txBody>
      </p:sp>
      <p:sp>
        <p:nvSpPr>
          <p:cNvPr id="6" name="Text 4"/>
          <p:cNvSpPr/>
          <p:nvPr/>
        </p:nvSpPr>
        <p:spPr>
          <a:xfrm>
            <a:off x="1463040" y="2039112"/>
            <a:ext cx="4358488" cy="411480"/>
          </a:xfrm>
          <a:prstGeom prst="rect">
            <a:avLst/>
          </a:prstGeom>
          <a:noFill/>
          <a:ln/>
        </p:spPr>
        <p:txBody>
          <a:bodyPr wrap="square" lIns="0" tIns="0" rIns="0" bIns="0" rtlCol="0" anchor="t"/>
          <a:lstStyle/>
          <a:p>
            <a:pPr indent="0" marL="0">
              <a:buNone/>
            </a:pPr>
            <a:r>
              <a:rPr lang="en-US" sz="1500" b="1" dirty="0">
                <a:solidFill>
                  <a:srgbClr val="FFFFFF"/>
                </a:solidFill>
                <a:latin typeface="Microsoft JhengHei UI" pitchFamily="34" charset="0"/>
                <a:ea typeface="Microsoft JhengHei UI" pitchFamily="34" charset="-122"/>
                <a:cs typeface="Microsoft JhengHei UI" pitchFamily="34" charset="-120"/>
              </a:rPr>
              <a:t>一句話總結</a:t>
            </a:r>
            <a:endParaRPr lang="en-US" sz="1500" dirty="0"/>
          </a:p>
        </p:txBody>
      </p:sp>
      <p:sp>
        <p:nvSpPr>
          <p:cNvPr id="7" name="Text 5"/>
          <p:cNvSpPr/>
          <p:nvPr/>
        </p:nvSpPr>
        <p:spPr>
          <a:xfrm>
            <a:off x="1463040" y="2404872"/>
            <a:ext cx="4358488" cy="365760"/>
          </a:xfrm>
          <a:prstGeom prst="rect">
            <a:avLst/>
          </a:prstGeom>
          <a:noFill/>
          <a:ln/>
        </p:spPr>
        <p:txBody>
          <a:bodyPr wrap="square" lIns="0" tIns="0" rIns="0" bIns="0" rtlCol="0" anchor="t"/>
          <a:lstStyle/>
          <a:p>
            <a:pPr indent="0" marL="0">
              <a:buNone/>
            </a:pPr>
            <a:r>
              <a:rPr lang="en-US" sz="1150" dirty="0">
                <a:solidFill>
                  <a:srgbClr val="C8D2E0"/>
                </a:solidFill>
                <a:latin typeface="Microsoft JhengHei" pitchFamily="34" charset="0"/>
                <a:ea typeface="Microsoft JhengHei" pitchFamily="34" charset="-122"/>
                <a:cs typeface="Microsoft JhengHei" pitchFamily="34" charset="-120"/>
              </a:rPr>
              <a:t>Copilot 的定位轉變</a:t>
            </a:r>
            <a:endParaRPr lang="en-US" sz="1150" dirty="0"/>
          </a:p>
        </p:txBody>
      </p:sp>
      <p:sp>
        <p:nvSpPr>
          <p:cNvPr id="8" name="Text 6"/>
          <p:cNvSpPr/>
          <p:nvPr/>
        </p:nvSpPr>
        <p:spPr>
          <a:xfrm>
            <a:off x="640080" y="2898648"/>
            <a:ext cx="777240" cy="841248"/>
          </a:xfrm>
          <a:prstGeom prst="rect">
            <a:avLst/>
          </a:prstGeom>
          <a:noFill/>
          <a:ln/>
        </p:spPr>
        <p:txBody>
          <a:bodyPr wrap="square" lIns="0" tIns="0" rIns="0" bIns="0" rtlCol="0" anchor="t"/>
          <a:lstStyle/>
          <a:p>
            <a:pPr algn="l" indent="0" marL="0">
              <a:buNone/>
            </a:pPr>
            <a:r>
              <a:rPr lang="en-US" sz="2600" b="1" dirty="0">
                <a:solidFill>
                  <a:srgbClr val="50E6FF"/>
                </a:solidFill>
                <a:latin typeface="Microsoft JhengHei UI" pitchFamily="34" charset="0"/>
                <a:ea typeface="Microsoft JhengHei UI" pitchFamily="34" charset="-122"/>
                <a:cs typeface="Microsoft JhengHei UI" pitchFamily="34" charset="-120"/>
              </a:rPr>
              <a:t>02</a:t>
            </a:r>
            <a:endParaRPr lang="en-US" sz="2600" dirty="0"/>
          </a:p>
        </p:txBody>
      </p:sp>
      <p:sp>
        <p:nvSpPr>
          <p:cNvPr id="9" name="Text 7"/>
          <p:cNvSpPr/>
          <p:nvPr/>
        </p:nvSpPr>
        <p:spPr>
          <a:xfrm>
            <a:off x="1463040" y="2880360"/>
            <a:ext cx="4358488" cy="411480"/>
          </a:xfrm>
          <a:prstGeom prst="rect">
            <a:avLst/>
          </a:prstGeom>
          <a:noFill/>
          <a:ln/>
        </p:spPr>
        <p:txBody>
          <a:bodyPr wrap="square" lIns="0" tIns="0" rIns="0" bIns="0" rtlCol="0" anchor="t"/>
          <a:lstStyle/>
          <a:p>
            <a:pPr indent="0" marL="0">
              <a:buNone/>
            </a:pPr>
            <a:r>
              <a:rPr lang="en-US" sz="1500" b="1" dirty="0">
                <a:solidFill>
                  <a:srgbClr val="FFFFFF"/>
                </a:solidFill>
                <a:latin typeface="Microsoft JhengHei UI" pitchFamily="34" charset="0"/>
                <a:ea typeface="Microsoft JhengHei UI" pitchFamily="34" charset="-122"/>
                <a:cs typeface="Microsoft JhengHei UI" pitchFamily="34" charset="-120"/>
              </a:rPr>
              <a:t>超級應用 Super App</a:t>
            </a:r>
            <a:endParaRPr lang="en-US" sz="1500" dirty="0"/>
          </a:p>
        </p:txBody>
      </p:sp>
      <p:sp>
        <p:nvSpPr>
          <p:cNvPr id="10" name="Text 8"/>
          <p:cNvSpPr/>
          <p:nvPr/>
        </p:nvSpPr>
        <p:spPr>
          <a:xfrm>
            <a:off x="1463040" y="3246120"/>
            <a:ext cx="4358488" cy="365760"/>
          </a:xfrm>
          <a:prstGeom prst="rect">
            <a:avLst/>
          </a:prstGeom>
          <a:noFill/>
          <a:ln/>
        </p:spPr>
        <p:txBody>
          <a:bodyPr wrap="square" lIns="0" tIns="0" rIns="0" bIns="0" rtlCol="0" anchor="t"/>
          <a:lstStyle/>
          <a:p>
            <a:pPr indent="0" marL="0">
              <a:buNone/>
            </a:pPr>
            <a:r>
              <a:rPr lang="en-US" sz="1150" dirty="0">
                <a:solidFill>
                  <a:srgbClr val="C8D2E0"/>
                </a:solidFill>
                <a:latin typeface="Microsoft JhengHei" pitchFamily="34" charset="0"/>
                <a:ea typeface="Microsoft JhengHei" pitchFamily="34" charset="-122"/>
                <a:cs typeface="Microsoft JhengHei" pitchFamily="34" charset="-120"/>
              </a:rPr>
              <a:t>Chat × Cowork × Code 三合一</a:t>
            </a:r>
            <a:endParaRPr lang="en-US" sz="1150" dirty="0"/>
          </a:p>
        </p:txBody>
      </p:sp>
      <p:sp>
        <p:nvSpPr>
          <p:cNvPr id="11" name="Text 9"/>
          <p:cNvSpPr/>
          <p:nvPr/>
        </p:nvSpPr>
        <p:spPr>
          <a:xfrm>
            <a:off x="640080" y="3739896"/>
            <a:ext cx="777240" cy="841248"/>
          </a:xfrm>
          <a:prstGeom prst="rect">
            <a:avLst/>
          </a:prstGeom>
          <a:noFill/>
          <a:ln/>
        </p:spPr>
        <p:txBody>
          <a:bodyPr wrap="square" lIns="0" tIns="0" rIns="0" bIns="0" rtlCol="0" anchor="t"/>
          <a:lstStyle/>
          <a:p>
            <a:pPr algn="l" indent="0" marL="0">
              <a:buNone/>
            </a:pPr>
            <a:r>
              <a:rPr lang="en-US" sz="2600" b="1" dirty="0">
                <a:solidFill>
                  <a:srgbClr val="50E6FF"/>
                </a:solidFill>
                <a:latin typeface="Microsoft JhengHei UI" pitchFamily="34" charset="0"/>
                <a:ea typeface="Microsoft JhengHei UI" pitchFamily="34" charset="-122"/>
                <a:cs typeface="Microsoft JhengHei UI" pitchFamily="34" charset="-120"/>
              </a:rPr>
              <a:t>03</a:t>
            </a:r>
            <a:endParaRPr lang="en-US" sz="2600" dirty="0"/>
          </a:p>
        </p:txBody>
      </p:sp>
      <p:sp>
        <p:nvSpPr>
          <p:cNvPr id="12" name="Text 10"/>
          <p:cNvSpPr/>
          <p:nvPr/>
        </p:nvSpPr>
        <p:spPr>
          <a:xfrm>
            <a:off x="1463040" y="3721608"/>
            <a:ext cx="4358488" cy="411480"/>
          </a:xfrm>
          <a:prstGeom prst="rect">
            <a:avLst/>
          </a:prstGeom>
          <a:noFill/>
          <a:ln/>
        </p:spPr>
        <p:txBody>
          <a:bodyPr wrap="square" lIns="0" tIns="0" rIns="0" bIns="0" rtlCol="0" anchor="t"/>
          <a:lstStyle/>
          <a:p>
            <a:pPr indent="0" marL="0">
              <a:buNone/>
            </a:pPr>
            <a:r>
              <a:rPr lang="en-US" sz="1500" b="1" dirty="0">
                <a:solidFill>
                  <a:srgbClr val="FFFFFF"/>
                </a:solidFill>
                <a:latin typeface="Microsoft JhengHei UI" pitchFamily="34" charset="0"/>
                <a:ea typeface="Microsoft JhengHei UI" pitchFamily="34" charset="-122"/>
                <a:cs typeface="Microsoft JhengHei UI" pitchFamily="34" charset="-120"/>
              </a:rPr>
              <a:t>Copilot Autopilots</a:t>
            </a:r>
            <a:endParaRPr lang="en-US" sz="1500" dirty="0"/>
          </a:p>
        </p:txBody>
      </p:sp>
      <p:sp>
        <p:nvSpPr>
          <p:cNvPr id="13" name="Text 11"/>
          <p:cNvSpPr/>
          <p:nvPr/>
        </p:nvSpPr>
        <p:spPr>
          <a:xfrm>
            <a:off x="1463040" y="4087368"/>
            <a:ext cx="4358488" cy="365760"/>
          </a:xfrm>
          <a:prstGeom prst="rect">
            <a:avLst/>
          </a:prstGeom>
          <a:noFill/>
          <a:ln/>
        </p:spPr>
        <p:txBody>
          <a:bodyPr wrap="square" lIns="0" tIns="0" rIns="0" bIns="0" rtlCol="0" anchor="t"/>
          <a:lstStyle/>
          <a:p>
            <a:pPr indent="0" marL="0">
              <a:buNone/>
            </a:pPr>
            <a:r>
              <a:rPr lang="en-US" sz="1150" dirty="0">
                <a:solidFill>
                  <a:srgbClr val="C8D2E0"/>
                </a:solidFill>
                <a:latin typeface="Microsoft JhengHei" pitchFamily="34" charset="0"/>
                <a:ea typeface="Microsoft JhengHei" pitchFamily="34" charset="-122"/>
                <a:cs typeface="Microsoft JhengHei" pitchFamily="34" charset="-120"/>
              </a:rPr>
              <a:t>企業級長時自主代理</a:t>
            </a:r>
            <a:endParaRPr lang="en-US" sz="1150" dirty="0"/>
          </a:p>
        </p:txBody>
      </p:sp>
      <p:sp>
        <p:nvSpPr>
          <p:cNvPr id="14" name="Text 12"/>
          <p:cNvSpPr/>
          <p:nvPr/>
        </p:nvSpPr>
        <p:spPr>
          <a:xfrm>
            <a:off x="640080" y="4581144"/>
            <a:ext cx="777240" cy="841248"/>
          </a:xfrm>
          <a:prstGeom prst="rect">
            <a:avLst/>
          </a:prstGeom>
          <a:noFill/>
          <a:ln/>
        </p:spPr>
        <p:txBody>
          <a:bodyPr wrap="square" lIns="0" tIns="0" rIns="0" bIns="0" rtlCol="0" anchor="t"/>
          <a:lstStyle/>
          <a:p>
            <a:pPr algn="l" indent="0" marL="0">
              <a:buNone/>
            </a:pPr>
            <a:r>
              <a:rPr lang="en-US" sz="2600" b="1" dirty="0">
                <a:solidFill>
                  <a:srgbClr val="50E6FF"/>
                </a:solidFill>
                <a:latin typeface="Microsoft JhengHei UI" pitchFamily="34" charset="0"/>
                <a:ea typeface="Microsoft JhengHei UI" pitchFamily="34" charset="-122"/>
                <a:cs typeface="Microsoft JhengHei UI" pitchFamily="34" charset="-120"/>
              </a:rPr>
              <a:t>04</a:t>
            </a:r>
            <a:endParaRPr lang="en-US" sz="2600" dirty="0"/>
          </a:p>
        </p:txBody>
      </p:sp>
      <p:sp>
        <p:nvSpPr>
          <p:cNvPr id="15" name="Text 13"/>
          <p:cNvSpPr/>
          <p:nvPr/>
        </p:nvSpPr>
        <p:spPr>
          <a:xfrm>
            <a:off x="1463040" y="4562856"/>
            <a:ext cx="4358488" cy="411480"/>
          </a:xfrm>
          <a:prstGeom prst="rect">
            <a:avLst/>
          </a:prstGeom>
          <a:noFill/>
          <a:ln/>
        </p:spPr>
        <p:txBody>
          <a:bodyPr wrap="square" lIns="0" tIns="0" rIns="0" bIns="0" rtlCol="0" anchor="t"/>
          <a:lstStyle/>
          <a:p>
            <a:pPr indent="0" marL="0">
              <a:buNone/>
            </a:pPr>
            <a:r>
              <a:rPr lang="en-US" sz="1500" b="1" dirty="0">
                <a:solidFill>
                  <a:srgbClr val="FFFFFF"/>
                </a:solidFill>
                <a:latin typeface="Microsoft JhengHei UI" pitchFamily="34" charset="0"/>
                <a:ea typeface="Microsoft JhengHei UI" pitchFamily="34" charset="-122"/>
                <a:cs typeface="Microsoft JhengHei UI" pitchFamily="34" charset="-120"/>
              </a:rPr>
              <a:t>Microsoft IQ</a:t>
            </a:r>
            <a:endParaRPr lang="en-US" sz="1500" dirty="0"/>
          </a:p>
        </p:txBody>
      </p:sp>
      <p:sp>
        <p:nvSpPr>
          <p:cNvPr id="16" name="Text 14"/>
          <p:cNvSpPr/>
          <p:nvPr/>
        </p:nvSpPr>
        <p:spPr>
          <a:xfrm>
            <a:off x="1463040" y="4928616"/>
            <a:ext cx="4358488" cy="365760"/>
          </a:xfrm>
          <a:prstGeom prst="rect">
            <a:avLst/>
          </a:prstGeom>
          <a:noFill/>
          <a:ln/>
        </p:spPr>
        <p:txBody>
          <a:bodyPr wrap="square" lIns="0" tIns="0" rIns="0" bIns="0" rtlCol="0" anchor="t"/>
          <a:lstStyle/>
          <a:p>
            <a:pPr indent="0" marL="0">
              <a:buNone/>
            </a:pPr>
            <a:r>
              <a:rPr lang="en-US" sz="1150" dirty="0">
                <a:solidFill>
                  <a:srgbClr val="C8D2E0"/>
                </a:solidFill>
                <a:latin typeface="Microsoft JhengHei" pitchFamily="34" charset="0"/>
                <a:ea typeface="Microsoft JhengHei" pitchFamily="34" charset="-122"/>
                <a:cs typeface="Microsoft JhengHei" pitchFamily="34" charset="-120"/>
              </a:rPr>
              <a:t>Web / Fabric / Work 三層接地</a:t>
            </a:r>
            <a:endParaRPr lang="en-US" sz="1150" dirty="0"/>
          </a:p>
        </p:txBody>
      </p:sp>
      <p:sp>
        <p:nvSpPr>
          <p:cNvPr id="17" name="Text 15"/>
          <p:cNvSpPr/>
          <p:nvPr/>
        </p:nvSpPr>
        <p:spPr>
          <a:xfrm>
            <a:off x="640080" y="5422392"/>
            <a:ext cx="777240" cy="841248"/>
          </a:xfrm>
          <a:prstGeom prst="rect">
            <a:avLst/>
          </a:prstGeom>
          <a:noFill/>
          <a:ln/>
        </p:spPr>
        <p:txBody>
          <a:bodyPr wrap="square" lIns="0" tIns="0" rIns="0" bIns="0" rtlCol="0" anchor="t"/>
          <a:lstStyle/>
          <a:p>
            <a:pPr algn="l" indent="0" marL="0">
              <a:buNone/>
            </a:pPr>
            <a:r>
              <a:rPr lang="en-US" sz="2600" b="1" dirty="0">
                <a:solidFill>
                  <a:srgbClr val="50E6FF"/>
                </a:solidFill>
                <a:latin typeface="Microsoft JhengHei UI" pitchFamily="34" charset="0"/>
                <a:ea typeface="Microsoft JhengHei UI" pitchFamily="34" charset="-122"/>
                <a:cs typeface="Microsoft JhengHei UI" pitchFamily="34" charset="-120"/>
              </a:rPr>
              <a:t>05</a:t>
            </a:r>
            <a:endParaRPr lang="en-US" sz="2600" dirty="0"/>
          </a:p>
        </p:txBody>
      </p:sp>
      <p:sp>
        <p:nvSpPr>
          <p:cNvPr id="18" name="Text 16"/>
          <p:cNvSpPr/>
          <p:nvPr/>
        </p:nvSpPr>
        <p:spPr>
          <a:xfrm>
            <a:off x="1463040" y="5404104"/>
            <a:ext cx="4358488" cy="411480"/>
          </a:xfrm>
          <a:prstGeom prst="rect">
            <a:avLst/>
          </a:prstGeom>
          <a:noFill/>
          <a:ln/>
        </p:spPr>
        <p:txBody>
          <a:bodyPr wrap="square" lIns="0" tIns="0" rIns="0" bIns="0" rtlCol="0" anchor="t"/>
          <a:lstStyle/>
          <a:p>
            <a:pPr indent="0" marL="0">
              <a:buNone/>
            </a:pPr>
            <a:r>
              <a:rPr lang="en-US" sz="1500" b="1" dirty="0">
                <a:solidFill>
                  <a:srgbClr val="FFFFFF"/>
                </a:solidFill>
                <a:latin typeface="Microsoft JhengHei UI" pitchFamily="34" charset="0"/>
                <a:ea typeface="Microsoft JhengHei UI" pitchFamily="34" charset="-122"/>
                <a:cs typeface="Microsoft JhengHei UI" pitchFamily="34" charset="-120"/>
              </a:rPr>
              <a:t>Agent 365</a:t>
            </a:r>
            <a:endParaRPr lang="en-US" sz="1500" dirty="0"/>
          </a:p>
        </p:txBody>
      </p:sp>
      <p:sp>
        <p:nvSpPr>
          <p:cNvPr id="19" name="Text 17"/>
          <p:cNvSpPr/>
          <p:nvPr/>
        </p:nvSpPr>
        <p:spPr>
          <a:xfrm>
            <a:off x="1463040" y="5769864"/>
            <a:ext cx="4358488" cy="365760"/>
          </a:xfrm>
          <a:prstGeom prst="rect">
            <a:avLst/>
          </a:prstGeom>
          <a:noFill/>
          <a:ln/>
        </p:spPr>
        <p:txBody>
          <a:bodyPr wrap="square" lIns="0" tIns="0" rIns="0" bIns="0" rtlCol="0" anchor="t"/>
          <a:lstStyle/>
          <a:p>
            <a:pPr indent="0" marL="0">
              <a:buNone/>
            </a:pPr>
            <a:r>
              <a:rPr lang="en-US" sz="1150" dirty="0">
                <a:solidFill>
                  <a:srgbClr val="C8D2E0"/>
                </a:solidFill>
                <a:latin typeface="Microsoft JhengHei" pitchFamily="34" charset="0"/>
                <a:ea typeface="Microsoft JhengHei" pitchFamily="34" charset="-122"/>
                <a:cs typeface="Microsoft JhengHei" pitchFamily="34" charset="-120"/>
              </a:rPr>
              <a:t>代理身分、治理與安全</a:t>
            </a:r>
            <a:endParaRPr lang="en-US" sz="1150" dirty="0"/>
          </a:p>
        </p:txBody>
      </p:sp>
      <p:sp>
        <p:nvSpPr>
          <p:cNvPr id="20" name="Text 18"/>
          <p:cNvSpPr/>
          <p:nvPr/>
        </p:nvSpPr>
        <p:spPr>
          <a:xfrm>
            <a:off x="6370168" y="2057400"/>
            <a:ext cx="777240" cy="841248"/>
          </a:xfrm>
          <a:prstGeom prst="rect">
            <a:avLst/>
          </a:prstGeom>
          <a:noFill/>
          <a:ln/>
        </p:spPr>
        <p:txBody>
          <a:bodyPr wrap="square" lIns="0" tIns="0" rIns="0" bIns="0" rtlCol="0" anchor="t"/>
          <a:lstStyle/>
          <a:p>
            <a:pPr algn="l" indent="0" marL="0">
              <a:buNone/>
            </a:pPr>
            <a:r>
              <a:rPr lang="en-US" sz="2600" b="1" dirty="0">
                <a:solidFill>
                  <a:srgbClr val="50E6FF"/>
                </a:solidFill>
                <a:latin typeface="Microsoft JhengHei UI" pitchFamily="34" charset="0"/>
                <a:ea typeface="Microsoft JhengHei UI" pitchFamily="34" charset="-122"/>
                <a:cs typeface="Microsoft JhengHei UI" pitchFamily="34" charset="-120"/>
              </a:rPr>
              <a:t>06</a:t>
            </a:r>
            <a:endParaRPr lang="en-US" sz="2600" dirty="0"/>
          </a:p>
        </p:txBody>
      </p:sp>
      <p:sp>
        <p:nvSpPr>
          <p:cNvPr id="21" name="Text 19"/>
          <p:cNvSpPr/>
          <p:nvPr/>
        </p:nvSpPr>
        <p:spPr>
          <a:xfrm>
            <a:off x="7193128" y="2039112"/>
            <a:ext cx="4358488" cy="411480"/>
          </a:xfrm>
          <a:prstGeom prst="rect">
            <a:avLst/>
          </a:prstGeom>
          <a:noFill/>
          <a:ln/>
        </p:spPr>
        <p:txBody>
          <a:bodyPr wrap="square" lIns="0" tIns="0" rIns="0" bIns="0" rtlCol="0" anchor="t"/>
          <a:lstStyle/>
          <a:p>
            <a:pPr indent="0" marL="0">
              <a:buNone/>
            </a:pPr>
            <a:r>
              <a:rPr lang="en-US" sz="1500" b="1" dirty="0">
                <a:solidFill>
                  <a:srgbClr val="FFFFFF"/>
                </a:solidFill>
                <a:latin typeface="Microsoft JhengHei UI" pitchFamily="34" charset="0"/>
                <a:ea typeface="Microsoft JhengHei UI" pitchFamily="34" charset="-122"/>
                <a:cs typeface="Microsoft JhengHei UI" pitchFamily="34" charset="-120"/>
              </a:rPr>
              <a:t>Microsoft Foundry</a:t>
            </a:r>
            <a:endParaRPr lang="en-US" sz="1500" dirty="0"/>
          </a:p>
        </p:txBody>
      </p:sp>
      <p:sp>
        <p:nvSpPr>
          <p:cNvPr id="22" name="Text 20"/>
          <p:cNvSpPr/>
          <p:nvPr/>
        </p:nvSpPr>
        <p:spPr>
          <a:xfrm>
            <a:off x="7193128" y="2404872"/>
            <a:ext cx="4358488" cy="365760"/>
          </a:xfrm>
          <a:prstGeom prst="rect">
            <a:avLst/>
          </a:prstGeom>
          <a:noFill/>
          <a:ln/>
        </p:spPr>
        <p:txBody>
          <a:bodyPr wrap="square" lIns="0" tIns="0" rIns="0" bIns="0" rtlCol="0" anchor="t"/>
          <a:lstStyle/>
          <a:p>
            <a:pPr indent="0" marL="0">
              <a:buNone/>
            </a:pPr>
            <a:r>
              <a:rPr lang="en-US" sz="1150" dirty="0">
                <a:solidFill>
                  <a:srgbClr val="C8D2E0"/>
                </a:solidFill>
                <a:latin typeface="Microsoft JhengHei" pitchFamily="34" charset="0"/>
                <a:ea typeface="Microsoft JhengHei" pitchFamily="34" charset="-122"/>
                <a:cs typeface="Microsoft JhengHei" pitchFamily="34" charset="-120"/>
              </a:rPr>
              <a:t>代理的執行與優化迴圈</a:t>
            </a:r>
            <a:endParaRPr lang="en-US" sz="1150" dirty="0"/>
          </a:p>
        </p:txBody>
      </p:sp>
      <p:sp>
        <p:nvSpPr>
          <p:cNvPr id="23" name="Text 21"/>
          <p:cNvSpPr/>
          <p:nvPr/>
        </p:nvSpPr>
        <p:spPr>
          <a:xfrm>
            <a:off x="6370168" y="2898648"/>
            <a:ext cx="777240" cy="841248"/>
          </a:xfrm>
          <a:prstGeom prst="rect">
            <a:avLst/>
          </a:prstGeom>
          <a:noFill/>
          <a:ln/>
        </p:spPr>
        <p:txBody>
          <a:bodyPr wrap="square" lIns="0" tIns="0" rIns="0" bIns="0" rtlCol="0" anchor="t"/>
          <a:lstStyle/>
          <a:p>
            <a:pPr algn="l" indent="0" marL="0">
              <a:buNone/>
            </a:pPr>
            <a:r>
              <a:rPr lang="en-US" sz="2600" b="1" dirty="0">
                <a:solidFill>
                  <a:srgbClr val="50E6FF"/>
                </a:solidFill>
                <a:latin typeface="Microsoft JhengHei UI" pitchFamily="34" charset="0"/>
                <a:ea typeface="Microsoft JhengHei UI" pitchFamily="34" charset="-122"/>
                <a:cs typeface="Microsoft JhengHei UI" pitchFamily="34" charset="-120"/>
              </a:rPr>
              <a:t>07</a:t>
            </a:r>
            <a:endParaRPr lang="en-US" sz="2600" dirty="0"/>
          </a:p>
        </p:txBody>
      </p:sp>
      <p:sp>
        <p:nvSpPr>
          <p:cNvPr id="24" name="Text 22"/>
          <p:cNvSpPr/>
          <p:nvPr/>
        </p:nvSpPr>
        <p:spPr>
          <a:xfrm>
            <a:off x="7193128" y="2880360"/>
            <a:ext cx="4358488" cy="411480"/>
          </a:xfrm>
          <a:prstGeom prst="rect">
            <a:avLst/>
          </a:prstGeom>
          <a:noFill/>
          <a:ln/>
        </p:spPr>
        <p:txBody>
          <a:bodyPr wrap="square" lIns="0" tIns="0" rIns="0" bIns="0" rtlCol="0" anchor="t"/>
          <a:lstStyle/>
          <a:p>
            <a:pPr indent="0" marL="0">
              <a:buNone/>
            </a:pPr>
            <a:r>
              <a:rPr lang="en-US" sz="1500" b="1" dirty="0">
                <a:solidFill>
                  <a:srgbClr val="FFFFFF"/>
                </a:solidFill>
                <a:latin typeface="Microsoft JhengHei UI" pitchFamily="34" charset="0"/>
                <a:ea typeface="Microsoft JhengHei UI" pitchFamily="34" charset="-122"/>
                <a:cs typeface="Microsoft JhengHei UI" pitchFamily="34" charset="-120"/>
              </a:rPr>
              <a:t>Frontier Tuning</a:t>
            </a:r>
            <a:endParaRPr lang="en-US" sz="1500" dirty="0"/>
          </a:p>
        </p:txBody>
      </p:sp>
      <p:sp>
        <p:nvSpPr>
          <p:cNvPr id="25" name="Text 23"/>
          <p:cNvSpPr/>
          <p:nvPr/>
        </p:nvSpPr>
        <p:spPr>
          <a:xfrm>
            <a:off x="7193128" y="3246120"/>
            <a:ext cx="4358488" cy="365760"/>
          </a:xfrm>
          <a:prstGeom prst="rect">
            <a:avLst/>
          </a:prstGeom>
          <a:noFill/>
          <a:ln/>
        </p:spPr>
        <p:txBody>
          <a:bodyPr wrap="square" lIns="0" tIns="0" rIns="0" bIns="0" rtlCol="0" anchor="t"/>
          <a:lstStyle/>
          <a:p>
            <a:pPr indent="0" marL="0">
              <a:buNone/>
            </a:pPr>
            <a:r>
              <a:rPr lang="en-US" sz="1150" dirty="0">
                <a:solidFill>
                  <a:srgbClr val="C8D2E0"/>
                </a:solidFill>
                <a:latin typeface="Microsoft JhengHei" pitchFamily="34" charset="0"/>
                <a:ea typeface="Microsoft JhengHei" pitchFamily="34" charset="-122"/>
                <a:cs typeface="Microsoft JhengHei" pitchFamily="34" charset="-120"/>
              </a:rPr>
              <a:t>打造可掌控的專屬模型</a:t>
            </a:r>
            <a:endParaRPr lang="en-US" sz="1150" dirty="0"/>
          </a:p>
        </p:txBody>
      </p:sp>
      <p:sp>
        <p:nvSpPr>
          <p:cNvPr id="26" name="Text 24"/>
          <p:cNvSpPr/>
          <p:nvPr/>
        </p:nvSpPr>
        <p:spPr>
          <a:xfrm>
            <a:off x="6370168" y="3739896"/>
            <a:ext cx="777240" cy="841248"/>
          </a:xfrm>
          <a:prstGeom prst="rect">
            <a:avLst/>
          </a:prstGeom>
          <a:noFill/>
          <a:ln/>
        </p:spPr>
        <p:txBody>
          <a:bodyPr wrap="square" lIns="0" tIns="0" rIns="0" bIns="0" rtlCol="0" anchor="t"/>
          <a:lstStyle/>
          <a:p>
            <a:pPr algn="l" indent="0" marL="0">
              <a:buNone/>
            </a:pPr>
            <a:r>
              <a:rPr lang="en-US" sz="2600" b="1" dirty="0">
                <a:solidFill>
                  <a:srgbClr val="50E6FF"/>
                </a:solidFill>
                <a:latin typeface="Microsoft JhengHei UI" pitchFamily="34" charset="0"/>
                <a:ea typeface="Microsoft JhengHei UI" pitchFamily="34" charset="-122"/>
                <a:cs typeface="Microsoft JhengHei UI" pitchFamily="34" charset="-120"/>
              </a:rPr>
              <a:t>08</a:t>
            </a:r>
            <a:endParaRPr lang="en-US" sz="2600" dirty="0"/>
          </a:p>
        </p:txBody>
      </p:sp>
      <p:sp>
        <p:nvSpPr>
          <p:cNvPr id="27" name="Text 25"/>
          <p:cNvSpPr/>
          <p:nvPr/>
        </p:nvSpPr>
        <p:spPr>
          <a:xfrm>
            <a:off x="7193128" y="3721608"/>
            <a:ext cx="4358488" cy="411480"/>
          </a:xfrm>
          <a:prstGeom prst="rect">
            <a:avLst/>
          </a:prstGeom>
          <a:noFill/>
          <a:ln/>
        </p:spPr>
        <p:txBody>
          <a:bodyPr wrap="square" lIns="0" tIns="0" rIns="0" bIns="0" rtlCol="0" anchor="t"/>
          <a:lstStyle/>
          <a:p>
            <a:pPr indent="0" marL="0">
              <a:buNone/>
            </a:pPr>
            <a:r>
              <a:rPr lang="en-US" sz="1500" b="1" dirty="0">
                <a:solidFill>
                  <a:srgbClr val="FFFFFF"/>
                </a:solidFill>
                <a:latin typeface="Microsoft JhengHei UI" pitchFamily="34" charset="0"/>
                <a:ea typeface="Microsoft JhengHei UI" pitchFamily="34" charset="-122"/>
                <a:cs typeface="Microsoft JhengHei UI" pitchFamily="34" charset="-120"/>
              </a:rPr>
              <a:t>MAI 模型家族</a:t>
            </a:r>
            <a:endParaRPr lang="en-US" sz="1500" dirty="0"/>
          </a:p>
        </p:txBody>
      </p:sp>
      <p:sp>
        <p:nvSpPr>
          <p:cNvPr id="28" name="Text 26"/>
          <p:cNvSpPr/>
          <p:nvPr/>
        </p:nvSpPr>
        <p:spPr>
          <a:xfrm>
            <a:off x="7193128" y="4087368"/>
            <a:ext cx="4358488" cy="365760"/>
          </a:xfrm>
          <a:prstGeom prst="rect">
            <a:avLst/>
          </a:prstGeom>
          <a:noFill/>
          <a:ln/>
        </p:spPr>
        <p:txBody>
          <a:bodyPr wrap="square" lIns="0" tIns="0" rIns="0" bIns="0" rtlCol="0" anchor="t"/>
          <a:lstStyle/>
          <a:p>
            <a:pPr indent="0" marL="0">
              <a:buNone/>
            </a:pPr>
            <a:r>
              <a:rPr lang="en-US" sz="1150" dirty="0">
                <a:solidFill>
                  <a:srgbClr val="C8D2E0"/>
                </a:solidFill>
                <a:latin typeface="Microsoft JhengHei" pitchFamily="34" charset="0"/>
                <a:ea typeface="Microsoft JhengHei" pitchFamily="34" charset="-122"/>
                <a:cs typeface="Microsoft JhengHei" pitchFamily="34" charset="-120"/>
              </a:rPr>
              <a:t>驅動 Copilot 的自有模型</a:t>
            </a:r>
            <a:endParaRPr lang="en-US" sz="1150" dirty="0"/>
          </a:p>
        </p:txBody>
      </p:sp>
      <p:sp>
        <p:nvSpPr>
          <p:cNvPr id="29" name="Text 27"/>
          <p:cNvSpPr/>
          <p:nvPr/>
        </p:nvSpPr>
        <p:spPr>
          <a:xfrm>
            <a:off x="6370168" y="4581144"/>
            <a:ext cx="777240" cy="841248"/>
          </a:xfrm>
          <a:prstGeom prst="rect">
            <a:avLst/>
          </a:prstGeom>
          <a:noFill/>
          <a:ln/>
        </p:spPr>
        <p:txBody>
          <a:bodyPr wrap="square" lIns="0" tIns="0" rIns="0" bIns="0" rtlCol="0" anchor="t"/>
          <a:lstStyle/>
          <a:p>
            <a:pPr algn="l" indent="0" marL="0">
              <a:buNone/>
            </a:pPr>
            <a:r>
              <a:rPr lang="en-US" sz="2600" b="1" dirty="0">
                <a:solidFill>
                  <a:srgbClr val="50E6FF"/>
                </a:solidFill>
                <a:latin typeface="Microsoft JhengHei UI" pitchFamily="34" charset="0"/>
                <a:ea typeface="Microsoft JhengHei UI" pitchFamily="34" charset="-122"/>
                <a:cs typeface="Microsoft JhengHei UI" pitchFamily="34" charset="-120"/>
              </a:rPr>
              <a:t>09</a:t>
            </a:r>
            <a:endParaRPr lang="en-US" sz="2600" dirty="0"/>
          </a:p>
        </p:txBody>
      </p:sp>
      <p:sp>
        <p:nvSpPr>
          <p:cNvPr id="30" name="Text 28"/>
          <p:cNvSpPr/>
          <p:nvPr/>
        </p:nvSpPr>
        <p:spPr>
          <a:xfrm>
            <a:off x="7193128" y="4562856"/>
            <a:ext cx="4358488" cy="411480"/>
          </a:xfrm>
          <a:prstGeom prst="rect">
            <a:avLst/>
          </a:prstGeom>
          <a:noFill/>
          <a:ln/>
        </p:spPr>
        <p:txBody>
          <a:bodyPr wrap="square" lIns="0" tIns="0" rIns="0" bIns="0" rtlCol="0" anchor="t"/>
          <a:lstStyle/>
          <a:p>
            <a:pPr indent="0" marL="0">
              <a:buNone/>
            </a:pPr>
            <a:r>
              <a:rPr lang="en-US" sz="1500" b="1" dirty="0">
                <a:solidFill>
                  <a:srgbClr val="FFFFFF"/>
                </a:solidFill>
                <a:latin typeface="Microsoft JhengHei UI" pitchFamily="34" charset="0"/>
                <a:ea typeface="Microsoft JhengHei UI" pitchFamily="34" charset="-122"/>
                <a:cs typeface="Microsoft JhengHei UI" pitchFamily="34" charset="-120"/>
              </a:rPr>
              <a:t>GitHub Copilot app</a:t>
            </a:r>
            <a:endParaRPr lang="en-US" sz="1500" dirty="0"/>
          </a:p>
        </p:txBody>
      </p:sp>
      <p:sp>
        <p:nvSpPr>
          <p:cNvPr id="31" name="Text 29"/>
          <p:cNvSpPr/>
          <p:nvPr/>
        </p:nvSpPr>
        <p:spPr>
          <a:xfrm>
            <a:off x="7193128" y="4928616"/>
            <a:ext cx="4358488" cy="365760"/>
          </a:xfrm>
          <a:prstGeom prst="rect">
            <a:avLst/>
          </a:prstGeom>
          <a:noFill/>
          <a:ln/>
        </p:spPr>
        <p:txBody>
          <a:bodyPr wrap="square" lIns="0" tIns="0" rIns="0" bIns="0" rtlCol="0" anchor="t"/>
          <a:lstStyle/>
          <a:p>
            <a:pPr indent="0" marL="0">
              <a:buNone/>
            </a:pPr>
            <a:r>
              <a:rPr lang="en-US" sz="1150" dirty="0">
                <a:solidFill>
                  <a:srgbClr val="C8D2E0"/>
                </a:solidFill>
                <a:latin typeface="Microsoft JhengHei" pitchFamily="34" charset="0"/>
                <a:ea typeface="Microsoft JhengHei" pitchFamily="34" charset="-122"/>
                <a:cs typeface="Microsoft JhengHei" pitchFamily="34" charset="-120"/>
              </a:rPr>
              <a:t>開發與維運的代理總部</a:t>
            </a:r>
            <a:endParaRPr lang="en-US" sz="1150" dirty="0"/>
          </a:p>
        </p:txBody>
      </p:sp>
      <p:sp>
        <p:nvSpPr>
          <p:cNvPr id="32" name="Text 30"/>
          <p:cNvSpPr/>
          <p:nvPr/>
        </p:nvSpPr>
        <p:spPr>
          <a:xfrm>
            <a:off x="6370168" y="5422392"/>
            <a:ext cx="777240" cy="841248"/>
          </a:xfrm>
          <a:prstGeom prst="rect">
            <a:avLst/>
          </a:prstGeom>
          <a:noFill/>
          <a:ln/>
        </p:spPr>
        <p:txBody>
          <a:bodyPr wrap="square" lIns="0" tIns="0" rIns="0" bIns="0" rtlCol="0" anchor="t"/>
          <a:lstStyle/>
          <a:p>
            <a:pPr algn="l" indent="0" marL="0">
              <a:buNone/>
            </a:pPr>
            <a:r>
              <a:rPr lang="en-US" sz="2600" b="1" dirty="0">
                <a:solidFill>
                  <a:srgbClr val="50E6FF"/>
                </a:solidFill>
                <a:latin typeface="Microsoft JhengHei UI" pitchFamily="34" charset="0"/>
                <a:ea typeface="Microsoft JhengHei UI" pitchFamily="34" charset="-122"/>
                <a:cs typeface="Microsoft JhengHei UI" pitchFamily="34" charset="-120"/>
              </a:rPr>
              <a:t>10</a:t>
            </a:r>
            <a:endParaRPr lang="en-US" sz="2600" dirty="0"/>
          </a:p>
        </p:txBody>
      </p:sp>
      <p:sp>
        <p:nvSpPr>
          <p:cNvPr id="33" name="Text 31"/>
          <p:cNvSpPr/>
          <p:nvPr/>
        </p:nvSpPr>
        <p:spPr>
          <a:xfrm>
            <a:off x="7193128" y="5404104"/>
            <a:ext cx="4358488" cy="411480"/>
          </a:xfrm>
          <a:prstGeom prst="rect">
            <a:avLst/>
          </a:prstGeom>
          <a:noFill/>
          <a:ln/>
        </p:spPr>
        <p:txBody>
          <a:bodyPr wrap="square" lIns="0" tIns="0" rIns="0" bIns="0" rtlCol="0" anchor="t"/>
          <a:lstStyle/>
          <a:p>
            <a:pPr indent="0" marL="0">
              <a:buNone/>
            </a:pPr>
            <a:r>
              <a:rPr lang="en-US" sz="1500" b="1" dirty="0">
                <a:solidFill>
                  <a:srgbClr val="FFFFFF"/>
                </a:solidFill>
                <a:latin typeface="Microsoft JhengHei UI" pitchFamily="34" charset="0"/>
                <a:ea typeface="Microsoft JhengHei UI" pitchFamily="34" charset="-122"/>
                <a:cs typeface="Microsoft JhengHei UI" pitchFamily="34" charset="-120"/>
              </a:rPr>
              <a:t>重點整理與下一步</a:t>
            </a:r>
            <a:endParaRPr lang="en-US" sz="1500" dirty="0"/>
          </a:p>
        </p:txBody>
      </p:sp>
      <p:sp>
        <p:nvSpPr>
          <p:cNvPr id="34" name="Text 32"/>
          <p:cNvSpPr/>
          <p:nvPr/>
        </p:nvSpPr>
        <p:spPr>
          <a:xfrm>
            <a:off x="7193128" y="5769864"/>
            <a:ext cx="4358488" cy="365760"/>
          </a:xfrm>
          <a:prstGeom prst="rect">
            <a:avLst/>
          </a:prstGeom>
          <a:noFill/>
          <a:ln/>
        </p:spPr>
        <p:txBody>
          <a:bodyPr wrap="square" lIns="0" tIns="0" rIns="0" bIns="0" rtlCol="0" anchor="t"/>
          <a:lstStyle/>
          <a:p>
            <a:pPr indent="0" marL="0">
              <a:buNone/>
            </a:pPr>
            <a:r>
              <a:rPr lang="en-US" sz="1150" dirty="0">
                <a:solidFill>
                  <a:srgbClr val="C8D2E0"/>
                </a:solidFill>
                <a:latin typeface="Microsoft JhengHei" pitchFamily="34" charset="0"/>
                <a:ea typeface="Microsoft JhengHei" pitchFamily="34" charset="-122"/>
                <a:cs typeface="Microsoft JhengHei" pitchFamily="34" charset="-120"/>
              </a:rPr>
              <a:t>對 OEM / ODM 的意涵</a:t>
            </a:r>
            <a:endParaRPr lang="en-US" sz="115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640080" y="411480"/>
            <a:ext cx="10911535" cy="822960"/>
          </a:xfrm>
          <a:prstGeom prst="rect">
            <a:avLst/>
          </a:prstGeom>
          <a:noFill/>
          <a:ln/>
        </p:spPr>
        <p:txBody>
          <a:bodyPr wrap="square" lIns="0" tIns="0" rIns="0" bIns="0" rtlCol="0" anchor="ctr"/>
          <a:lstStyle/>
          <a:p>
            <a:pPr algn="l" indent="0" marL="0">
              <a:buNone/>
            </a:pPr>
            <a:r>
              <a:rPr lang="en-US" sz="2600" b="1" dirty="0">
                <a:solidFill>
                  <a:srgbClr val="243A5E"/>
                </a:solidFill>
                <a:latin typeface="Microsoft JhengHei UI" pitchFamily="34" charset="0"/>
                <a:ea typeface="Microsoft JhengHei UI" pitchFamily="34" charset="-122"/>
                <a:cs typeface="Microsoft JhengHei UI" pitchFamily="34" charset="-120"/>
              </a:rPr>
              <a:t>Copilot 從對話介面，走向企業自主代理生態</a:t>
            </a:r>
            <a:endParaRPr lang="en-US" sz="2600" dirty="0"/>
          </a:p>
        </p:txBody>
      </p:sp>
      <p:sp>
        <p:nvSpPr>
          <p:cNvPr id="3" name="Shape 1"/>
          <p:cNvSpPr/>
          <p:nvPr/>
        </p:nvSpPr>
        <p:spPr>
          <a:xfrm>
            <a:off x="640080" y="1280160"/>
            <a:ext cx="1143000" cy="64008"/>
          </a:xfrm>
          <a:prstGeom prst="rect">
            <a:avLst/>
          </a:prstGeom>
          <a:solidFill>
            <a:srgbClr val="50E6FF"/>
          </a:solidFill>
          <a:ln/>
        </p:spPr>
      </p:sp>
      <p:sp>
        <p:nvSpPr>
          <p:cNvPr id="4" name="Text 2"/>
          <p:cNvSpPr/>
          <p:nvPr/>
        </p:nvSpPr>
        <p:spPr>
          <a:xfrm>
            <a:off x="640080" y="1389888"/>
            <a:ext cx="10911535" cy="411480"/>
          </a:xfrm>
          <a:prstGeom prst="rect">
            <a:avLst/>
          </a:prstGeom>
          <a:noFill/>
          <a:ln/>
        </p:spPr>
        <p:txBody>
          <a:bodyPr wrap="square" lIns="0" tIns="0" rIns="0" bIns="0" rtlCol="0" anchor="ctr"/>
          <a:lstStyle/>
          <a:p>
            <a:pPr algn="l" indent="0" marL="0">
              <a:buNone/>
            </a:pPr>
            <a:r>
              <a:rPr lang="en-US" sz="1300" dirty="0">
                <a:solidFill>
                  <a:srgbClr val="737373"/>
                </a:solidFill>
                <a:latin typeface="Microsoft JhengHei" pitchFamily="34" charset="0"/>
                <a:ea typeface="Microsoft JhengHei" pitchFamily="34" charset="-122"/>
                <a:cs typeface="Microsoft JhengHei" pitchFamily="34" charset="-120"/>
              </a:rPr>
              <a:t>從『消費前沿模型』轉為『在前沿全面參與』</a:t>
            </a:r>
            <a:endParaRPr lang="en-US" sz="1300" dirty="0"/>
          </a:p>
        </p:txBody>
      </p:sp>
      <p:sp>
        <p:nvSpPr>
          <p:cNvPr id="5" name="Shape 3"/>
          <p:cNvSpPr/>
          <p:nvPr/>
        </p:nvSpPr>
        <p:spPr>
          <a:xfrm>
            <a:off x="640080" y="2194560"/>
            <a:ext cx="3393338" cy="3291840"/>
          </a:xfrm>
          <a:prstGeom prst="rect">
            <a:avLst/>
          </a:prstGeom>
          <a:solidFill>
            <a:srgbClr val="FFFFFF"/>
          </a:solidFill>
          <a:ln w="12700">
            <a:solidFill>
              <a:srgbClr val="E6E6E6"/>
            </a:solidFill>
            <a:prstDash val="solid"/>
          </a:ln>
          <a:effectLst>
            <a:outerShdw sx="100000" sy="100000" kx="0" ky="0" algn="bl" rotWithShape="0" blurRad="88900" dist="25400" dir="8100000">
              <a:srgbClr val="000000">
                <a:alpha val="12000"/>
              </a:srgbClr>
            </a:outerShdw>
          </a:effectLst>
        </p:spPr>
      </p:sp>
      <p:sp>
        <p:nvSpPr>
          <p:cNvPr id="6" name="Shape 4"/>
          <p:cNvSpPr/>
          <p:nvPr/>
        </p:nvSpPr>
        <p:spPr>
          <a:xfrm>
            <a:off x="640080" y="2194560"/>
            <a:ext cx="3393338" cy="82296"/>
          </a:xfrm>
          <a:prstGeom prst="rect">
            <a:avLst/>
          </a:prstGeom>
          <a:solidFill>
            <a:srgbClr val="0078D4"/>
          </a:solidFill>
          <a:ln/>
        </p:spPr>
      </p:sp>
      <p:sp>
        <p:nvSpPr>
          <p:cNvPr id="7" name="Text 5"/>
          <p:cNvSpPr/>
          <p:nvPr/>
        </p:nvSpPr>
        <p:spPr>
          <a:xfrm>
            <a:off x="868680" y="2414016"/>
            <a:ext cx="2936138" cy="502920"/>
          </a:xfrm>
          <a:prstGeom prst="rect">
            <a:avLst/>
          </a:prstGeom>
          <a:noFill/>
          <a:ln/>
        </p:spPr>
        <p:txBody>
          <a:bodyPr wrap="square" lIns="0" tIns="0" rIns="0" bIns="0" rtlCol="0" anchor="t"/>
          <a:lstStyle/>
          <a:p>
            <a:pPr algn="l" indent="0" marL="0">
              <a:buNone/>
            </a:pPr>
            <a:r>
              <a:rPr lang="en-US" sz="1600" b="1" dirty="0">
                <a:solidFill>
                  <a:srgbClr val="243A5E"/>
                </a:solidFill>
                <a:latin typeface="Microsoft JhengHei UI" pitchFamily="34" charset="0"/>
                <a:ea typeface="Microsoft JhengHei UI" pitchFamily="34" charset="-122"/>
                <a:cs typeface="Microsoft JhengHei UI" pitchFamily="34" charset="-120"/>
              </a:rPr>
              <a:t>對話 Chat</a:t>
            </a:r>
            <a:endParaRPr lang="en-US" sz="1600" dirty="0"/>
          </a:p>
        </p:txBody>
      </p:sp>
      <p:sp>
        <p:nvSpPr>
          <p:cNvPr id="8" name="Text 6"/>
          <p:cNvSpPr/>
          <p:nvPr/>
        </p:nvSpPr>
        <p:spPr>
          <a:xfrm>
            <a:off x="868680" y="2971800"/>
            <a:ext cx="2936138" cy="2331720"/>
          </a:xfrm>
          <a:prstGeom prst="rect">
            <a:avLst/>
          </a:prstGeom>
          <a:noFill/>
          <a:ln/>
        </p:spPr>
        <p:txBody>
          <a:bodyPr wrap="square" lIns="0" tIns="0" rIns="0" bIns="0" rtlCol="0" anchor="t"/>
          <a:lstStyle/>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以問答為主的助理</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接入 M365 內容與知識</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今日多數使用者的起點</a:t>
            </a:r>
            <a:endParaRPr lang="en-US" sz="1200" dirty="0"/>
          </a:p>
        </p:txBody>
      </p:sp>
      <p:sp>
        <p:nvSpPr>
          <p:cNvPr id="9" name="Shape 7"/>
          <p:cNvSpPr/>
          <p:nvPr/>
        </p:nvSpPr>
        <p:spPr>
          <a:xfrm>
            <a:off x="4399178" y="2194560"/>
            <a:ext cx="3393338" cy="3291840"/>
          </a:xfrm>
          <a:prstGeom prst="rect">
            <a:avLst/>
          </a:prstGeom>
          <a:solidFill>
            <a:srgbClr val="FFFFFF"/>
          </a:solidFill>
          <a:ln w="12700">
            <a:solidFill>
              <a:srgbClr val="E6E6E6"/>
            </a:solidFill>
            <a:prstDash val="solid"/>
          </a:ln>
          <a:effectLst>
            <a:outerShdw sx="100000" sy="100000" kx="0" ky="0" algn="bl" rotWithShape="0" blurRad="88900" dist="25400" dir="8100000">
              <a:srgbClr val="000000">
                <a:alpha val="12000"/>
              </a:srgbClr>
            </a:outerShdw>
          </a:effectLst>
        </p:spPr>
      </p:sp>
      <p:sp>
        <p:nvSpPr>
          <p:cNvPr id="10" name="Shape 8"/>
          <p:cNvSpPr/>
          <p:nvPr/>
        </p:nvSpPr>
        <p:spPr>
          <a:xfrm>
            <a:off x="4399178" y="2194560"/>
            <a:ext cx="3393338" cy="82296"/>
          </a:xfrm>
          <a:prstGeom prst="rect">
            <a:avLst/>
          </a:prstGeom>
          <a:solidFill>
            <a:srgbClr val="008575"/>
          </a:solidFill>
          <a:ln/>
        </p:spPr>
      </p:sp>
      <p:sp>
        <p:nvSpPr>
          <p:cNvPr id="11" name="Text 9"/>
          <p:cNvSpPr/>
          <p:nvPr/>
        </p:nvSpPr>
        <p:spPr>
          <a:xfrm>
            <a:off x="4627778" y="2414016"/>
            <a:ext cx="2936138" cy="502920"/>
          </a:xfrm>
          <a:prstGeom prst="rect">
            <a:avLst/>
          </a:prstGeom>
          <a:noFill/>
          <a:ln/>
        </p:spPr>
        <p:txBody>
          <a:bodyPr wrap="square" lIns="0" tIns="0" rIns="0" bIns="0" rtlCol="0" anchor="t"/>
          <a:lstStyle/>
          <a:p>
            <a:pPr algn="l" indent="0" marL="0">
              <a:buNone/>
            </a:pPr>
            <a:r>
              <a:rPr lang="en-US" sz="1600" b="1" dirty="0">
                <a:solidFill>
                  <a:srgbClr val="243A5E"/>
                </a:solidFill>
                <a:latin typeface="Microsoft JhengHei UI" pitchFamily="34" charset="0"/>
                <a:ea typeface="Microsoft JhengHei UI" pitchFamily="34" charset="-122"/>
                <a:cs typeface="Microsoft JhengHei UI" pitchFamily="34" charset="-120"/>
              </a:rPr>
              <a:t>協作 Cowork</a:t>
            </a:r>
            <a:endParaRPr lang="en-US" sz="1600" dirty="0"/>
          </a:p>
        </p:txBody>
      </p:sp>
      <p:sp>
        <p:nvSpPr>
          <p:cNvPr id="12" name="Text 10"/>
          <p:cNvSpPr/>
          <p:nvPr/>
        </p:nvSpPr>
        <p:spPr>
          <a:xfrm>
            <a:off x="4627778" y="2971800"/>
            <a:ext cx="2936138" cy="2331720"/>
          </a:xfrm>
          <a:prstGeom prst="rect">
            <a:avLst/>
          </a:prstGeom>
          <a:noFill/>
          <a:ln/>
        </p:spPr>
        <p:txBody>
          <a:bodyPr wrap="square" lIns="0" tIns="0" rIns="0" bIns="0" rtlCol="0" anchor="t"/>
          <a:lstStyle/>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多步任務協作</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產出檔案與成品 (artifacts)</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從回答升級為交付</a:t>
            </a:r>
            <a:endParaRPr lang="en-US" sz="1200" dirty="0"/>
          </a:p>
        </p:txBody>
      </p:sp>
      <p:sp>
        <p:nvSpPr>
          <p:cNvPr id="13" name="Shape 11"/>
          <p:cNvSpPr/>
          <p:nvPr/>
        </p:nvSpPr>
        <p:spPr>
          <a:xfrm>
            <a:off x="8158277" y="2194560"/>
            <a:ext cx="3393338" cy="3291840"/>
          </a:xfrm>
          <a:prstGeom prst="rect">
            <a:avLst/>
          </a:prstGeom>
          <a:solidFill>
            <a:srgbClr val="FFFFFF"/>
          </a:solidFill>
          <a:ln w="12700">
            <a:solidFill>
              <a:srgbClr val="E6E6E6"/>
            </a:solidFill>
            <a:prstDash val="solid"/>
          </a:ln>
          <a:effectLst>
            <a:outerShdw sx="100000" sy="100000" kx="0" ky="0" algn="bl" rotWithShape="0" blurRad="88900" dist="25400" dir="8100000">
              <a:srgbClr val="000000">
                <a:alpha val="12000"/>
              </a:srgbClr>
            </a:outerShdw>
          </a:effectLst>
        </p:spPr>
      </p:sp>
      <p:sp>
        <p:nvSpPr>
          <p:cNvPr id="14" name="Shape 12"/>
          <p:cNvSpPr/>
          <p:nvPr/>
        </p:nvSpPr>
        <p:spPr>
          <a:xfrm>
            <a:off x="8158277" y="2194560"/>
            <a:ext cx="3393338" cy="82296"/>
          </a:xfrm>
          <a:prstGeom prst="rect">
            <a:avLst/>
          </a:prstGeom>
          <a:solidFill>
            <a:srgbClr val="50E6FF"/>
          </a:solidFill>
          <a:ln/>
        </p:spPr>
      </p:sp>
      <p:sp>
        <p:nvSpPr>
          <p:cNvPr id="15" name="Text 13"/>
          <p:cNvSpPr/>
          <p:nvPr/>
        </p:nvSpPr>
        <p:spPr>
          <a:xfrm>
            <a:off x="8386877" y="2414016"/>
            <a:ext cx="2936138" cy="502920"/>
          </a:xfrm>
          <a:prstGeom prst="rect">
            <a:avLst/>
          </a:prstGeom>
          <a:noFill/>
          <a:ln/>
        </p:spPr>
        <p:txBody>
          <a:bodyPr wrap="square" lIns="0" tIns="0" rIns="0" bIns="0" rtlCol="0" anchor="t"/>
          <a:lstStyle/>
          <a:p>
            <a:pPr algn="l" indent="0" marL="0">
              <a:buNone/>
            </a:pPr>
            <a:r>
              <a:rPr lang="en-US" sz="1600" b="1" dirty="0">
                <a:solidFill>
                  <a:srgbClr val="243A5E"/>
                </a:solidFill>
                <a:latin typeface="Microsoft JhengHei UI" pitchFamily="34" charset="0"/>
                <a:ea typeface="Microsoft JhengHei UI" pitchFamily="34" charset="-122"/>
                <a:cs typeface="Microsoft JhengHei UI" pitchFamily="34" charset="-120"/>
              </a:rPr>
              <a:t>自主 Autopilots</a:t>
            </a:r>
            <a:endParaRPr lang="en-US" sz="1600" dirty="0"/>
          </a:p>
        </p:txBody>
      </p:sp>
      <p:sp>
        <p:nvSpPr>
          <p:cNvPr id="16" name="Text 14"/>
          <p:cNvSpPr/>
          <p:nvPr/>
        </p:nvSpPr>
        <p:spPr>
          <a:xfrm>
            <a:off x="8386877" y="2971800"/>
            <a:ext cx="2936138" cy="2331720"/>
          </a:xfrm>
          <a:prstGeom prst="rect">
            <a:avLst/>
          </a:prstGeom>
          <a:noFill/>
          <a:ln/>
        </p:spPr>
        <p:txBody>
          <a:bodyPr wrap="square" lIns="0" tIns="0" rIns="0" bIns="0" rtlCol="0" anchor="t"/>
          <a:lstStyle/>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長時、可治理的代理</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在租戶內自主執行</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邁向完整的數位團隊</a:t>
            </a:r>
            <a:endParaRPr lang="en-US" sz="1200" dirty="0"/>
          </a:p>
        </p:txBody>
      </p:sp>
      <p:sp>
        <p:nvSpPr>
          <p:cNvPr id="17" name="Shape 15"/>
          <p:cNvSpPr/>
          <p:nvPr/>
        </p:nvSpPr>
        <p:spPr>
          <a:xfrm>
            <a:off x="640080" y="5989320"/>
            <a:ext cx="10911535" cy="566928"/>
          </a:xfrm>
          <a:prstGeom prst="rect">
            <a:avLst/>
          </a:prstGeom>
          <a:solidFill>
            <a:srgbClr val="243A5E"/>
          </a:solidFill>
          <a:ln/>
        </p:spPr>
      </p:sp>
      <p:sp>
        <p:nvSpPr>
          <p:cNvPr id="18" name="Shape 16"/>
          <p:cNvSpPr/>
          <p:nvPr/>
        </p:nvSpPr>
        <p:spPr>
          <a:xfrm>
            <a:off x="640080" y="5989320"/>
            <a:ext cx="91440" cy="566928"/>
          </a:xfrm>
          <a:prstGeom prst="rect">
            <a:avLst/>
          </a:prstGeom>
          <a:solidFill>
            <a:srgbClr val="50E6FF"/>
          </a:solidFill>
          <a:ln/>
        </p:spPr>
      </p:sp>
      <p:sp>
        <p:nvSpPr>
          <p:cNvPr id="19" name="Text 17"/>
          <p:cNvSpPr/>
          <p:nvPr/>
        </p:nvSpPr>
        <p:spPr>
          <a:xfrm>
            <a:off x="914400" y="5989320"/>
            <a:ext cx="10454335" cy="566928"/>
          </a:xfrm>
          <a:prstGeom prst="rect">
            <a:avLst/>
          </a:prstGeom>
          <a:noFill/>
          <a:ln/>
        </p:spPr>
        <p:txBody>
          <a:bodyPr wrap="square" lIns="0" tIns="0" rIns="0" bIns="0" rtlCol="0" anchor="ctr"/>
          <a:lstStyle/>
          <a:p>
            <a:pPr algn="l" indent="0" marL="0">
              <a:buNone/>
            </a:pPr>
            <a:r>
              <a:rPr lang="en-US" sz="1300" b="1" dirty="0">
                <a:solidFill>
                  <a:srgbClr val="FFFFFF"/>
                </a:solidFill>
                <a:latin typeface="Microsoft JhengHei" pitchFamily="34" charset="0"/>
                <a:ea typeface="Microsoft JhengHei" pitchFamily="34" charset="-122"/>
                <a:cs typeface="Microsoft JhengHei" pitchFamily="34" charset="-120"/>
              </a:rPr>
              <a:t>策略主軸：打造你能掌控、可在自家租戶內治理的 AI，而非只是消費外部模型。</a:t>
            </a:r>
            <a:endParaRPr lang="en-US" sz="13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640080" y="411480"/>
            <a:ext cx="10911535" cy="822960"/>
          </a:xfrm>
          <a:prstGeom prst="rect">
            <a:avLst/>
          </a:prstGeom>
          <a:noFill/>
          <a:ln/>
        </p:spPr>
        <p:txBody>
          <a:bodyPr wrap="square" lIns="0" tIns="0" rIns="0" bIns="0" rtlCol="0" anchor="ctr"/>
          <a:lstStyle/>
          <a:p>
            <a:pPr algn="l" indent="0" marL="0">
              <a:buNone/>
            </a:pPr>
            <a:r>
              <a:rPr lang="en-US" sz="2600" b="1" dirty="0">
                <a:solidFill>
                  <a:srgbClr val="243A5E"/>
                </a:solidFill>
                <a:latin typeface="Microsoft JhengHei UI" pitchFamily="34" charset="0"/>
                <a:ea typeface="Microsoft JhengHei UI" pitchFamily="34" charset="-122"/>
                <a:cs typeface="Microsoft JhengHei UI" pitchFamily="34" charset="-120"/>
              </a:rPr>
              <a:t>一個 Copilot 超級應用，整合 Chat、Cowork 與 Code</a:t>
            </a:r>
            <a:endParaRPr lang="en-US" sz="2600" dirty="0"/>
          </a:p>
        </p:txBody>
      </p:sp>
      <p:sp>
        <p:nvSpPr>
          <p:cNvPr id="3" name="Shape 1"/>
          <p:cNvSpPr/>
          <p:nvPr/>
        </p:nvSpPr>
        <p:spPr>
          <a:xfrm>
            <a:off x="640080" y="1280160"/>
            <a:ext cx="1143000" cy="64008"/>
          </a:xfrm>
          <a:prstGeom prst="rect">
            <a:avLst/>
          </a:prstGeom>
          <a:solidFill>
            <a:srgbClr val="50E6FF"/>
          </a:solidFill>
          <a:ln/>
        </p:spPr>
      </p:sp>
      <p:sp>
        <p:nvSpPr>
          <p:cNvPr id="4" name="Text 2"/>
          <p:cNvSpPr/>
          <p:nvPr/>
        </p:nvSpPr>
        <p:spPr>
          <a:xfrm>
            <a:off x="640080" y="1389888"/>
            <a:ext cx="10911535" cy="411480"/>
          </a:xfrm>
          <a:prstGeom prst="rect">
            <a:avLst/>
          </a:prstGeom>
          <a:noFill/>
          <a:ln/>
        </p:spPr>
        <p:txBody>
          <a:bodyPr wrap="square" lIns="0" tIns="0" rIns="0" bIns="0" rtlCol="0" anchor="ctr"/>
          <a:lstStyle/>
          <a:p>
            <a:pPr algn="l" indent="0" marL="0">
              <a:buNone/>
            </a:pPr>
            <a:r>
              <a:rPr lang="en-US" sz="1300" dirty="0">
                <a:solidFill>
                  <a:srgbClr val="737373"/>
                </a:solidFill>
                <a:latin typeface="Microsoft JhengHei" pitchFamily="34" charset="0"/>
                <a:ea typeface="Microsoft JhengHei" pitchFamily="34" charset="-122"/>
                <a:cs typeface="Microsoft JhengHei" pitchFamily="34" charset="-120"/>
              </a:rPr>
              <a:t>今年夏天起 coding 被帶入所有知識工作</a:t>
            </a:r>
            <a:endParaRPr lang="en-US" sz="1300" dirty="0"/>
          </a:p>
        </p:txBody>
      </p:sp>
      <p:sp>
        <p:nvSpPr>
          <p:cNvPr id="5" name="Shape 3"/>
          <p:cNvSpPr/>
          <p:nvPr/>
        </p:nvSpPr>
        <p:spPr>
          <a:xfrm>
            <a:off x="640080" y="2194560"/>
            <a:ext cx="3393338" cy="3291840"/>
          </a:xfrm>
          <a:prstGeom prst="rect">
            <a:avLst/>
          </a:prstGeom>
          <a:solidFill>
            <a:srgbClr val="FFFFFF"/>
          </a:solidFill>
          <a:ln w="12700">
            <a:solidFill>
              <a:srgbClr val="E6E6E6"/>
            </a:solidFill>
            <a:prstDash val="solid"/>
          </a:ln>
          <a:effectLst>
            <a:outerShdw sx="100000" sy="100000" kx="0" ky="0" algn="bl" rotWithShape="0" blurRad="88900" dist="25400" dir="8100000">
              <a:srgbClr val="000000">
                <a:alpha val="12000"/>
              </a:srgbClr>
            </a:outerShdw>
          </a:effectLst>
        </p:spPr>
      </p:sp>
      <p:sp>
        <p:nvSpPr>
          <p:cNvPr id="6" name="Shape 4"/>
          <p:cNvSpPr/>
          <p:nvPr/>
        </p:nvSpPr>
        <p:spPr>
          <a:xfrm>
            <a:off x="640080" y="2194560"/>
            <a:ext cx="3393338" cy="82296"/>
          </a:xfrm>
          <a:prstGeom prst="rect">
            <a:avLst/>
          </a:prstGeom>
          <a:solidFill>
            <a:srgbClr val="0078D4"/>
          </a:solidFill>
          <a:ln/>
        </p:spPr>
      </p:sp>
      <p:sp>
        <p:nvSpPr>
          <p:cNvPr id="7" name="Text 5"/>
          <p:cNvSpPr/>
          <p:nvPr/>
        </p:nvSpPr>
        <p:spPr>
          <a:xfrm>
            <a:off x="868680" y="2414016"/>
            <a:ext cx="2936138" cy="502920"/>
          </a:xfrm>
          <a:prstGeom prst="rect">
            <a:avLst/>
          </a:prstGeom>
          <a:noFill/>
          <a:ln/>
        </p:spPr>
        <p:txBody>
          <a:bodyPr wrap="square" lIns="0" tIns="0" rIns="0" bIns="0" rtlCol="0" anchor="t"/>
          <a:lstStyle/>
          <a:p>
            <a:pPr algn="l" indent="0" marL="0">
              <a:buNone/>
            </a:pPr>
            <a:r>
              <a:rPr lang="en-US" sz="1600" b="1" dirty="0">
                <a:solidFill>
                  <a:srgbClr val="243A5E"/>
                </a:solidFill>
                <a:latin typeface="Microsoft JhengHei UI" pitchFamily="34" charset="0"/>
                <a:ea typeface="Microsoft JhengHei UI" pitchFamily="34" charset="-122"/>
                <a:cs typeface="Microsoft JhengHei UI" pitchFamily="34" charset="-120"/>
              </a:rPr>
              <a:t>Chat</a:t>
            </a:r>
            <a:endParaRPr lang="en-US" sz="1600" dirty="0"/>
          </a:p>
        </p:txBody>
      </p:sp>
      <p:sp>
        <p:nvSpPr>
          <p:cNvPr id="8" name="Text 6"/>
          <p:cNvSpPr/>
          <p:nvPr/>
        </p:nvSpPr>
        <p:spPr>
          <a:xfrm>
            <a:off x="868680" y="2971800"/>
            <a:ext cx="2936138" cy="2331720"/>
          </a:xfrm>
          <a:prstGeom prst="rect">
            <a:avLst/>
          </a:prstGeom>
          <a:noFill/>
          <a:ln/>
        </p:spPr>
        <p:txBody>
          <a:bodyPr wrap="square" lIns="0" tIns="0" rIns="0" bIns="0" rtlCol="0" anchor="t"/>
          <a:lstStyle/>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統一入口</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跨 Web / Work / Fabric 接地</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對話即進入點</a:t>
            </a:r>
            <a:endParaRPr lang="en-US" sz="1200" dirty="0"/>
          </a:p>
        </p:txBody>
      </p:sp>
      <p:sp>
        <p:nvSpPr>
          <p:cNvPr id="9" name="Shape 7"/>
          <p:cNvSpPr/>
          <p:nvPr/>
        </p:nvSpPr>
        <p:spPr>
          <a:xfrm>
            <a:off x="4399178" y="2194560"/>
            <a:ext cx="3393338" cy="3291840"/>
          </a:xfrm>
          <a:prstGeom prst="rect">
            <a:avLst/>
          </a:prstGeom>
          <a:solidFill>
            <a:srgbClr val="FFFFFF"/>
          </a:solidFill>
          <a:ln w="12700">
            <a:solidFill>
              <a:srgbClr val="E6E6E6"/>
            </a:solidFill>
            <a:prstDash val="solid"/>
          </a:ln>
          <a:effectLst>
            <a:outerShdw sx="100000" sy="100000" kx="0" ky="0" algn="bl" rotWithShape="0" blurRad="88900" dist="25400" dir="8100000">
              <a:srgbClr val="000000">
                <a:alpha val="12000"/>
              </a:srgbClr>
            </a:outerShdw>
          </a:effectLst>
        </p:spPr>
      </p:sp>
      <p:sp>
        <p:nvSpPr>
          <p:cNvPr id="10" name="Shape 8"/>
          <p:cNvSpPr/>
          <p:nvPr/>
        </p:nvSpPr>
        <p:spPr>
          <a:xfrm>
            <a:off x="4399178" y="2194560"/>
            <a:ext cx="3393338" cy="82296"/>
          </a:xfrm>
          <a:prstGeom prst="rect">
            <a:avLst/>
          </a:prstGeom>
          <a:solidFill>
            <a:srgbClr val="008575"/>
          </a:solidFill>
          <a:ln/>
        </p:spPr>
      </p:sp>
      <p:sp>
        <p:nvSpPr>
          <p:cNvPr id="11" name="Text 9"/>
          <p:cNvSpPr/>
          <p:nvPr/>
        </p:nvSpPr>
        <p:spPr>
          <a:xfrm>
            <a:off x="4627778" y="2414016"/>
            <a:ext cx="2936138" cy="502920"/>
          </a:xfrm>
          <a:prstGeom prst="rect">
            <a:avLst/>
          </a:prstGeom>
          <a:noFill/>
          <a:ln/>
        </p:spPr>
        <p:txBody>
          <a:bodyPr wrap="square" lIns="0" tIns="0" rIns="0" bIns="0" rtlCol="0" anchor="t"/>
          <a:lstStyle/>
          <a:p>
            <a:pPr algn="l" indent="0" marL="0">
              <a:buNone/>
            </a:pPr>
            <a:r>
              <a:rPr lang="en-US" sz="1600" b="1" dirty="0">
                <a:solidFill>
                  <a:srgbClr val="243A5E"/>
                </a:solidFill>
                <a:latin typeface="Microsoft JhengHei UI" pitchFamily="34" charset="0"/>
                <a:ea typeface="Microsoft JhengHei UI" pitchFamily="34" charset="-122"/>
                <a:cs typeface="Microsoft JhengHei UI" pitchFamily="34" charset="-120"/>
              </a:rPr>
              <a:t>Cowork</a:t>
            </a:r>
            <a:endParaRPr lang="en-US" sz="1600" dirty="0"/>
          </a:p>
        </p:txBody>
      </p:sp>
      <p:sp>
        <p:nvSpPr>
          <p:cNvPr id="12" name="Text 10"/>
          <p:cNvSpPr/>
          <p:nvPr/>
        </p:nvSpPr>
        <p:spPr>
          <a:xfrm>
            <a:off x="4627778" y="2971800"/>
            <a:ext cx="2936138" cy="2331720"/>
          </a:xfrm>
          <a:prstGeom prst="rect">
            <a:avLst/>
          </a:prstGeom>
          <a:noFill/>
          <a:ln/>
        </p:spPr>
        <p:txBody>
          <a:bodyPr wrap="square" lIns="0" tIns="0" rIns="0" bIns="0" rtlCol="0" anchor="t"/>
          <a:lstStyle/>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多步任務與協作</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產出成品與檔案</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處理長流程工作</a:t>
            </a:r>
            <a:endParaRPr lang="en-US" sz="1200" dirty="0"/>
          </a:p>
        </p:txBody>
      </p:sp>
      <p:sp>
        <p:nvSpPr>
          <p:cNvPr id="13" name="Shape 11"/>
          <p:cNvSpPr/>
          <p:nvPr/>
        </p:nvSpPr>
        <p:spPr>
          <a:xfrm>
            <a:off x="8158277" y="2194560"/>
            <a:ext cx="3393338" cy="3291840"/>
          </a:xfrm>
          <a:prstGeom prst="rect">
            <a:avLst/>
          </a:prstGeom>
          <a:solidFill>
            <a:srgbClr val="FFFFFF"/>
          </a:solidFill>
          <a:ln w="12700">
            <a:solidFill>
              <a:srgbClr val="E6E6E6"/>
            </a:solidFill>
            <a:prstDash val="solid"/>
          </a:ln>
          <a:effectLst>
            <a:outerShdw sx="100000" sy="100000" kx="0" ky="0" algn="bl" rotWithShape="0" blurRad="88900" dist="25400" dir="8100000">
              <a:srgbClr val="000000">
                <a:alpha val="12000"/>
              </a:srgbClr>
            </a:outerShdw>
          </a:effectLst>
        </p:spPr>
      </p:sp>
      <p:sp>
        <p:nvSpPr>
          <p:cNvPr id="14" name="Shape 12"/>
          <p:cNvSpPr/>
          <p:nvPr/>
        </p:nvSpPr>
        <p:spPr>
          <a:xfrm>
            <a:off x="8158277" y="2194560"/>
            <a:ext cx="3393338" cy="82296"/>
          </a:xfrm>
          <a:prstGeom prst="rect">
            <a:avLst/>
          </a:prstGeom>
          <a:solidFill>
            <a:srgbClr val="243A5E"/>
          </a:solidFill>
          <a:ln/>
        </p:spPr>
      </p:sp>
      <p:sp>
        <p:nvSpPr>
          <p:cNvPr id="15" name="Text 13"/>
          <p:cNvSpPr/>
          <p:nvPr/>
        </p:nvSpPr>
        <p:spPr>
          <a:xfrm>
            <a:off x="8386877" y="2414016"/>
            <a:ext cx="2936138" cy="502920"/>
          </a:xfrm>
          <a:prstGeom prst="rect">
            <a:avLst/>
          </a:prstGeom>
          <a:noFill/>
          <a:ln/>
        </p:spPr>
        <p:txBody>
          <a:bodyPr wrap="square" lIns="0" tIns="0" rIns="0" bIns="0" rtlCol="0" anchor="t"/>
          <a:lstStyle/>
          <a:p>
            <a:pPr algn="l" indent="0" marL="0">
              <a:buNone/>
            </a:pPr>
            <a:r>
              <a:rPr lang="en-US" sz="1600" b="1" dirty="0">
                <a:solidFill>
                  <a:srgbClr val="243A5E"/>
                </a:solidFill>
                <a:latin typeface="Microsoft JhengHei UI" pitchFamily="34" charset="0"/>
                <a:ea typeface="Microsoft JhengHei UI" pitchFamily="34" charset="-122"/>
                <a:cs typeface="Microsoft JhengHei UI" pitchFamily="34" charset="-120"/>
              </a:rPr>
              <a:t>Code</a:t>
            </a:r>
            <a:endParaRPr lang="en-US" sz="1600" dirty="0"/>
          </a:p>
        </p:txBody>
      </p:sp>
      <p:sp>
        <p:nvSpPr>
          <p:cNvPr id="16" name="Text 14"/>
          <p:cNvSpPr/>
          <p:nvPr/>
        </p:nvSpPr>
        <p:spPr>
          <a:xfrm>
            <a:off x="8386877" y="2971800"/>
            <a:ext cx="2936138" cy="2331720"/>
          </a:xfrm>
          <a:prstGeom prst="rect">
            <a:avLst/>
          </a:prstGeom>
          <a:noFill/>
          <a:ln/>
        </p:spPr>
        <p:txBody>
          <a:bodyPr wrap="square" lIns="0" tIns="0" rIns="0" bIns="0" rtlCol="0" anchor="t"/>
          <a:lstStyle/>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把開發能力帶入知識工作</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與 GitHub Copilot 串接</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今夏起逐步收斂</a:t>
            </a:r>
            <a:endParaRPr lang="en-US" sz="1200" dirty="0"/>
          </a:p>
        </p:txBody>
      </p:sp>
      <p:sp>
        <p:nvSpPr>
          <p:cNvPr id="17" name="Shape 15"/>
          <p:cNvSpPr/>
          <p:nvPr/>
        </p:nvSpPr>
        <p:spPr>
          <a:xfrm>
            <a:off x="640080" y="5989320"/>
            <a:ext cx="10911535" cy="566928"/>
          </a:xfrm>
          <a:prstGeom prst="rect">
            <a:avLst/>
          </a:prstGeom>
          <a:solidFill>
            <a:srgbClr val="243A5E"/>
          </a:solidFill>
          <a:ln/>
        </p:spPr>
      </p:sp>
      <p:sp>
        <p:nvSpPr>
          <p:cNvPr id="18" name="Shape 16"/>
          <p:cNvSpPr/>
          <p:nvPr/>
        </p:nvSpPr>
        <p:spPr>
          <a:xfrm>
            <a:off x="640080" y="5989320"/>
            <a:ext cx="91440" cy="566928"/>
          </a:xfrm>
          <a:prstGeom prst="rect">
            <a:avLst/>
          </a:prstGeom>
          <a:solidFill>
            <a:srgbClr val="50E6FF"/>
          </a:solidFill>
          <a:ln/>
        </p:spPr>
      </p:sp>
      <p:sp>
        <p:nvSpPr>
          <p:cNvPr id="19" name="Text 17"/>
          <p:cNvSpPr/>
          <p:nvPr/>
        </p:nvSpPr>
        <p:spPr>
          <a:xfrm>
            <a:off x="914400" y="5989320"/>
            <a:ext cx="10454335" cy="566928"/>
          </a:xfrm>
          <a:prstGeom prst="rect">
            <a:avLst/>
          </a:prstGeom>
          <a:noFill/>
          <a:ln/>
        </p:spPr>
        <p:txBody>
          <a:bodyPr wrap="square" lIns="0" tIns="0" rIns="0" bIns="0" rtlCol="0" anchor="ctr"/>
          <a:lstStyle/>
          <a:p>
            <a:pPr algn="l" indent="0" marL="0">
              <a:buNone/>
            </a:pPr>
            <a:r>
              <a:rPr lang="en-US" sz="1300" b="1" dirty="0">
                <a:solidFill>
                  <a:srgbClr val="FFFFFF"/>
                </a:solidFill>
                <a:latin typeface="Microsoft JhengHei" pitchFamily="34" charset="0"/>
                <a:ea typeface="Microsoft JhengHei" pitchFamily="34" charset="-122"/>
                <a:cs typeface="Microsoft JhengHei" pitchFamily="34" charset="-120"/>
              </a:rPr>
              <a:t>Chat、Cowork、Code 全部收斂到單一 Copilot 超級應用，跨工作型態無縫切換。</a:t>
            </a:r>
            <a:endParaRPr lang="en-US" sz="13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640080" y="411480"/>
            <a:ext cx="10911535" cy="822960"/>
          </a:xfrm>
          <a:prstGeom prst="rect">
            <a:avLst/>
          </a:prstGeom>
          <a:noFill/>
          <a:ln/>
        </p:spPr>
        <p:txBody>
          <a:bodyPr wrap="square" lIns="0" tIns="0" rIns="0" bIns="0" rtlCol="0" anchor="ctr"/>
          <a:lstStyle/>
          <a:p>
            <a:pPr algn="l" indent="0" marL="0">
              <a:buNone/>
            </a:pPr>
            <a:r>
              <a:rPr lang="en-US" sz="2600" b="1" dirty="0">
                <a:solidFill>
                  <a:srgbClr val="243A5E"/>
                </a:solidFill>
                <a:latin typeface="Microsoft JhengHei UI" pitchFamily="34" charset="0"/>
                <a:ea typeface="Microsoft JhengHei UI" pitchFamily="34" charset="-122"/>
                <a:cs typeface="Microsoft JhengHei UI" pitchFamily="34" charset="-120"/>
              </a:rPr>
              <a:t>Autopilots：可在租戶內長時自主執行的企業級代理</a:t>
            </a:r>
            <a:endParaRPr lang="en-US" sz="2600" dirty="0"/>
          </a:p>
        </p:txBody>
      </p:sp>
      <p:sp>
        <p:nvSpPr>
          <p:cNvPr id="3" name="Shape 1"/>
          <p:cNvSpPr/>
          <p:nvPr/>
        </p:nvSpPr>
        <p:spPr>
          <a:xfrm>
            <a:off x="640080" y="1280160"/>
            <a:ext cx="1143000" cy="64008"/>
          </a:xfrm>
          <a:prstGeom prst="rect">
            <a:avLst/>
          </a:prstGeom>
          <a:solidFill>
            <a:srgbClr val="50E6FF"/>
          </a:solidFill>
          <a:ln/>
        </p:spPr>
      </p:sp>
      <p:sp>
        <p:nvSpPr>
          <p:cNvPr id="4" name="Text 2"/>
          <p:cNvSpPr/>
          <p:nvPr/>
        </p:nvSpPr>
        <p:spPr>
          <a:xfrm>
            <a:off x="640080" y="1389888"/>
            <a:ext cx="10911535" cy="411480"/>
          </a:xfrm>
          <a:prstGeom prst="rect">
            <a:avLst/>
          </a:prstGeom>
          <a:noFill/>
          <a:ln/>
        </p:spPr>
        <p:txBody>
          <a:bodyPr wrap="square" lIns="0" tIns="0" rIns="0" bIns="0" rtlCol="0" anchor="ctr"/>
          <a:lstStyle/>
          <a:p>
            <a:pPr algn="l" indent="0" marL="0">
              <a:buNone/>
            </a:pPr>
            <a:r>
              <a:rPr lang="en-US" sz="1300" dirty="0">
                <a:solidFill>
                  <a:srgbClr val="737373"/>
                </a:solidFill>
                <a:latin typeface="Microsoft JhengHei" pitchFamily="34" charset="0"/>
                <a:ea typeface="Microsoft JhengHei" pitchFamily="34" charset="-122"/>
                <a:cs typeface="Microsoft JhengHei" pitchFamily="34" charset="-120"/>
              </a:rPr>
              <a:t>Build 全新發表 — 企業級的『claws』</a:t>
            </a:r>
            <a:endParaRPr lang="en-US" sz="1300" dirty="0"/>
          </a:p>
        </p:txBody>
      </p:sp>
      <p:sp>
        <p:nvSpPr>
          <p:cNvPr id="5" name="Shape 3"/>
          <p:cNvSpPr/>
          <p:nvPr/>
        </p:nvSpPr>
        <p:spPr>
          <a:xfrm>
            <a:off x="640080" y="2194560"/>
            <a:ext cx="5669280" cy="3291840"/>
          </a:xfrm>
          <a:prstGeom prst="rect">
            <a:avLst/>
          </a:prstGeom>
          <a:solidFill>
            <a:srgbClr val="FFFFFF"/>
          </a:solidFill>
          <a:ln w="12700">
            <a:solidFill>
              <a:srgbClr val="E6E6E6"/>
            </a:solidFill>
            <a:prstDash val="solid"/>
          </a:ln>
          <a:effectLst>
            <a:outerShdw sx="100000" sy="100000" kx="0" ky="0" algn="bl" rotWithShape="0" blurRad="88900" dist="25400" dir="8100000">
              <a:srgbClr val="000000">
                <a:alpha val="12000"/>
              </a:srgbClr>
            </a:outerShdw>
          </a:effectLst>
        </p:spPr>
      </p:sp>
      <p:sp>
        <p:nvSpPr>
          <p:cNvPr id="6" name="Shape 4"/>
          <p:cNvSpPr/>
          <p:nvPr/>
        </p:nvSpPr>
        <p:spPr>
          <a:xfrm>
            <a:off x="640080" y="2194560"/>
            <a:ext cx="5669280" cy="82296"/>
          </a:xfrm>
          <a:prstGeom prst="rect">
            <a:avLst/>
          </a:prstGeom>
          <a:solidFill>
            <a:srgbClr val="0078D4"/>
          </a:solidFill>
          <a:ln/>
        </p:spPr>
      </p:sp>
      <p:sp>
        <p:nvSpPr>
          <p:cNvPr id="7" name="Text 5"/>
          <p:cNvSpPr/>
          <p:nvPr/>
        </p:nvSpPr>
        <p:spPr>
          <a:xfrm>
            <a:off x="868680" y="2414016"/>
            <a:ext cx="5212080" cy="502920"/>
          </a:xfrm>
          <a:prstGeom prst="rect">
            <a:avLst/>
          </a:prstGeom>
          <a:noFill/>
          <a:ln/>
        </p:spPr>
        <p:txBody>
          <a:bodyPr wrap="square" lIns="0" tIns="0" rIns="0" bIns="0" rtlCol="0" anchor="t"/>
          <a:lstStyle/>
          <a:p>
            <a:pPr algn="l" indent="0" marL="0">
              <a:buNone/>
            </a:pPr>
            <a:r>
              <a:rPr lang="en-US" sz="1600" b="1" dirty="0">
                <a:solidFill>
                  <a:srgbClr val="243A5E"/>
                </a:solidFill>
                <a:latin typeface="Microsoft JhengHei UI" pitchFamily="34" charset="0"/>
                <a:ea typeface="Microsoft JhengHei UI" pitchFamily="34" charset="-122"/>
                <a:cs typeface="Microsoft JhengHei UI" pitchFamily="34" charset="-120"/>
              </a:rPr>
              <a:t>核心特性</a:t>
            </a:r>
            <a:endParaRPr lang="en-US" sz="1600" dirty="0"/>
          </a:p>
        </p:txBody>
      </p:sp>
      <p:sp>
        <p:nvSpPr>
          <p:cNvPr id="8" name="Text 6"/>
          <p:cNvSpPr/>
          <p:nvPr/>
        </p:nvSpPr>
        <p:spPr>
          <a:xfrm>
            <a:off x="868680" y="2971800"/>
            <a:ext cx="5212080" cy="2331720"/>
          </a:xfrm>
          <a:prstGeom prst="rect">
            <a:avLst/>
          </a:prstGeom>
          <a:noFill/>
          <a:ln/>
        </p:spPr>
        <p:txBody>
          <a:bodyPr wrap="square" lIns="0" tIns="0" rIns="0" bIns="0" rtlCol="0" anchor="t"/>
          <a:lstStyle/>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在你的租戶內運行，具完整企業合規</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可賦予名稱、個性、自訂連接器</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具備上下文與長期記憶</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長時、自主，朝『完整數位團隊』演進</a:t>
            </a:r>
            <a:endParaRPr lang="en-US" sz="1200" dirty="0"/>
          </a:p>
        </p:txBody>
      </p:sp>
      <p:sp>
        <p:nvSpPr>
          <p:cNvPr id="9" name="Shape 7"/>
          <p:cNvSpPr/>
          <p:nvPr/>
        </p:nvSpPr>
        <p:spPr>
          <a:xfrm>
            <a:off x="6675120" y="2194560"/>
            <a:ext cx="4876495" cy="3291840"/>
          </a:xfrm>
          <a:prstGeom prst="rect">
            <a:avLst/>
          </a:prstGeom>
          <a:solidFill>
            <a:srgbClr val="FFFFFF"/>
          </a:solidFill>
          <a:ln w="12700">
            <a:solidFill>
              <a:srgbClr val="E6E6E6"/>
            </a:solidFill>
            <a:prstDash val="solid"/>
          </a:ln>
          <a:effectLst>
            <a:outerShdw sx="100000" sy="100000" kx="0" ky="0" algn="bl" rotWithShape="0" blurRad="88900" dist="25400" dir="8100000">
              <a:srgbClr val="000000">
                <a:alpha val="12000"/>
              </a:srgbClr>
            </a:outerShdw>
          </a:effectLst>
        </p:spPr>
      </p:sp>
      <p:sp>
        <p:nvSpPr>
          <p:cNvPr id="10" name="Shape 8"/>
          <p:cNvSpPr/>
          <p:nvPr/>
        </p:nvSpPr>
        <p:spPr>
          <a:xfrm>
            <a:off x="6675120" y="2194560"/>
            <a:ext cx="4876495" cy="82296"/>
          </a:xfrm>
          <a:prstGeom prst="rect">
            <a:avLst/>
          </a:prstGeom>
          <a:solidFill>
            <a:srgbClr val="50E6FF"/>
          </a:solidFill>
          <a:ln/>
        </p:spPr>
      </p:sp>
      <p:sp>
        <p:nvSpPr>
          <p:cNvPr id="11" name="Text 9"/>
          <p:cNvSpPr/>
          <p:nvPr/>
        </p:nvSpPr>
        <p:spPr>
          <a:xfrm>
            <a:off x="6903720" y="2414016"/>
            <a:ext cx="4419295" cy="502920"/>
          </a:xfrm>
          <a:prstGeom prst="rect">
            <a:avLst/>
          </a:prstGeom>
          <a:noFill/>
          <a:ln/>
        </p:spPr>
        <p:txBody>
          <a:bodyPr wrap="square" lIns="0" tIns="0" rIns="0" bIns="0" rtlCol="0" anchor="t"/>
          <a:lstStyle/>
          <a:p>
            <a:pPr algn="l" indent="0" marL="0">
              <a:buNone/>
            </a:pPr>
            <a:r>
              <a:rPr lang="en-US" sz="1600" b="1" dirty="0">
                <a:solidFill>
                  <a:srgbClr val="243A5E"/>
                </a:solidFill>
                <a:latin typeface="Microsoft JhengHei UI" pitchFamily="34" charset="0"/>
                <a:ea typeface="Microsoft JhengHei UI" pitchFamily="34" charset="-122"/>
                <a:cs typeface="Microsoft JhengHei UI" pitchFamily="34" charset="-120"/>
              </a:rPr>
              <a:t>首發 Autopilot — Scout</a:t>
            </a:r>
            <a:endParaRPr lang="en-US" sz="1600" dirty="0"/>
          </a:p>
        </p:txBody>
      </p:sp>
      <p:sp>
        <p:nvSpPr>
          <p:cNvPr id="12" name="Text 10"/>
          <p:cNvSpPr/>
          <p:nvPr/>
        </p:nvSpPr>
        <p:spPr>
          <a:xfrm>
            <a:off x="6903720" y="2971800"/>
            <a:ext cx="4419295" cy="2331720"/>
          </a:xfrm>
          <a:prstGeom prst="rect">
            <a:avLst/>
          </a:prstGeom>
          <a:noFill/>
          <a:ln/>
        </p:spPr>
        <p:txBody>
          <a:bodyPr wrap="square" lIns="0" tIns="0" rIns="0" bIns="0" rtlCol="0" anchor="t"/>
          <a:lstStyle/>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於 Copilot Frontier 今日上線</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可在 Teams 群組對話中協作</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處理 Outlook 信件討論串</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未來數月擴展為一整支 autopilot 團隊</a:t>
            </a:r>
            <a:endParaRPr lang="en-US" sz="1200" dirty="0"/>
          </a:p>
        </p:txBody>
      </p:sp>
      <p:sp>
        <p:nvSpPr>
          <p:cNvPr id="13" name="Shape 11"/>
          <p:cNvSpPr/>
          <p:nvPr/>
        </p:nvSpPr>
        <p:spPr>
          <a:xfrm>
            <a:off x="640080" y="5989320"/>
            <a:ext cx="10911535" cy="566928"/>
          </a:xfrm>
          <a:prstGeom prst="rect">
            <a:avLst/>
          </a:prstGeom>
          <a:solidFill>
            <a:srgbClr val="243A5E"/>
          </a:solidFill>
          <a:ln/>
        </p:spPr>
      </p:sp>
      <p:sp>
        <p:nvSpPr>
          <p:cNvPr id="14" name="Shape 12"/>
          <p:cNvSpPr/>
          <p:nvPr/>
        </p:nvSpPr>
        <p:spPr>
          <a:xfrm>
            <a:off x="640080" y="5989320"/>
            <a:ext cx="91440" cy="566928"/>
          </a:xfrm>
          <a:prstGeom prst="rect">
            <a:avLst/>
          </a:prstGeom>
          <a:solidFill>
            <a:srgbClr val="50E6FF"/>
          </a:solidFill>
          <a:ln/>
        </p:spPr>
      </p:sp>
      <p:sp>
        <p:nvSpPr>
          <p:cNvPr id="15" name="Text 13"/>
          <p:cNvSpPr/>
          <p:nvPr/>
        </p:nvSpPr>
        <p:spPr>
          <a:xfrm>
            <a:off x="914400" y="5989320"/>
            <a:ext cx="10454335" cy="566928"/>
          </a:xfrm>
          <a:prstGeom prst="rect">
            <a:avLst/>
          </a:prstGeom>
          <a:noFill/>
          <a:ln/>
        </p:spPr>
        <p:txBody>
          <a:bodyPr wrap="square" lIns="0" tIns="0" rIns="0" bIns="0" rtlCol="0" anchor="ctr"/>
          <a:lstStyle/>
          <a:p>
            <a:pPr algn="l" indent="0" marL="0">
              <a:buNone/>
            </a:pPr>
            <a:r>
              <a:rPr lang="en-US" sz="1300" b="1" dirty="0">
                <a:solidFill>
                  <a:srgbClr val="FFFFFF"/>
                </a:solidFill>
                <a:latin typeface="Microsoft JhengHei" pitchFamily="34" charset="0"/>
                <a:ea typeface="Microsoft JhengHei" pitchFamily="34" charset="-122"/>
                <a:cs typeface="Microsoft JhengHei" pitchFamily="34" charset="-120"/>
              </a:rPr>
              <a:t>Autopilots 把代理從『工具』升級為『可治理的數位同事』。</a:t>
            </a:r>
            <a:endParaRPr lang="en-US" sz="130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640080" y="411480"/>
            <a:ext cx="10911535" cy="822960"/>
          </a:xfrm>
          <a:prstGeom prst="rect">
            <a:avLst/>
          </a:prstGeom>
          <a:noFill/>
          <a:ln/>
        </p:spPr>
        <p:txBody>
          <a:bodyPr wrap="square" lIns="0" tIns="0" rIns="0" bIns="0" rtlCol="0" anchor="ctr"/>
          <a:lstStyle/>
          <a:p>
            <a:pPr algn="l" indent="0" marL="0">
              <a:buNone/>
            </a:pPr>
            <a:r>
              <a:rPr lang="en-US" sz="2600" b="1" dirty="0">
                <a:solidFill>
                  <a:srgbClr val="243A5E"/>
                </a:solidFill>
                <a:latin typeface="Microsoft JhengHei UI" pitchFamily="34" charset="0"/>
                <a:ea typeface="Microsoft JhengHei UI" pitchFamily="34" charset="-122"/>
                <a:cs typeface="Microsoft JhengHei UI" pitchFamily="34" charset="-120"/>
              </a:rPr>
              <a:t>Microsoft IQ：以 Web、Fabric、Work 三層為代理接地</a:t>
            </a:r>
            <a:endParaRPr lang="en-US" sz="2600" dirty="0"/>
          </a:p>
        </p:txBody>
      </p:sp>
      <p:sp>
        <p:nvSpPr>
          <p:cNvPr id="3" name="Shape 1"/>
          <p:cNvSpPr/>
          <p:nvPr/>
        </p:nvSpPr>
        <p:spPr>
          <a:xfrm>
            <a:off x="640080" y="1280160"/>
            <a:ext cx="1143000" cy="64008"/>
          </a:xfrm>
          <a:prstGeom prst="rect">
            <a:avLst/>
          </a:prstGeom>
          <a:solidFill>
            <a:srgbClr val="50E6FF"/>
          </a:solidFill>
          <a:ln/>
        </p:spPr>
      </p:sp>
      <p:sp>
        <p:nvSpPr>
          <p:cNvPr id="4" name="Text 2"/>
          <p:cNvSpPr/>
          <p:nvPr/>
        </p:nvSpPr>
        <p:spPr>
          <a:xfrm>
            <a:off x="640080" y="1389888"/>
            <a:ext cx="10911535" cy="411480"/>
          </a:xfrm>
          <a:prstGeom prst="rect">
            <a:avLst/>
          </a:prstGeom>
          <a:noFill/>
          <a:ln/>
        </p:spPr>
        <p:txBody>
          <a:bodyPr wrap="square" lIns="0" tIns="0" rIns="0" bIns="0" rtlCol="0" anchor="ctr"/>
          <a:lstStyle/>
          <a:p>
            <a:pPr algn="l" indent="0" marL="0">
              <a:buNone/>
            </a:pPr>
            <a:r>
              <a:rPr lang="en-US" sz="1300" dirty="0">
                <a:solidFill>
                  <a:srgbClr val="737373"/>
                </a:solidFill>
                <a:latin typeface="Microsoft JhengHei" pitchFamily="34" charset="0"/>
                <a:ea typeface="Microsoft JhengHei" pitchFamily="34" charset="-122"/>
                <a:cs typeface="Microsoft JhengHei" pitchFamily="34" charset="-120"/>
              </a:rPr>
              <a:t>統一 Foundry、Fabric 與 M365 的接地層</a:t>
            </a:r>
            <a:endParaRPr lang="en-US" sz="1300" dirty="0"/>
          </a:p>
        </p:txBody>
      </p:sp>
      <p:sp>
        <p:nvSpPr>
          <p:cNvPr id="5" name="Shape 3"/>
          <p:cNvSpPr/>
          <p:nvPr/>
        </p:nvSpPr>
        <p:spPr>
          <a:xfrm>
            <a:off x="640080" y="2194560"/>
            <a:ext cx="3393338" cy="3291840"/>
          </a:xfrm>
          <a:prstGeom prst="rect">
            <a:avLst/>
          </a:prstGeom>
          <a:solidFill>
            <a:srgbClr val="FFFFFF"/>
          </a:solidFill>
          <a:ln w="12700">
            <a:solidFill>
              <a:srgbClr val="E6E6E6"/>
            </a:solidFill>
            <a:prstDash val="solid"/>
          </a:ln>
          <a:effectLst>
            <a:outerShdw sx="100000" sy="100000" kx="0" ky="0" algn="bl" rotWithShape="0" blurRad="88900" dist="25400" dir="8100000">
              <a:srgbClr val="000000">
                <a:alpha val="12000"/>
              </a:srgbClr>
            </a:outerShdw>
          </a:effectLst>
        </p:spPr>
      </p:sp>
      <p:sp>
        <p:nvSpPr>
          <p:cNvPr id="6" name="Shape 4"/>
          <p:cNvSpPr/>
          <p:nvPr/>
        </p:nvSpPr>
        <p:spPr>
          <a:xfrm>
            <a:off x="640080" y="2194560"/>
            <a:ext cx="3393338" cy="82296"/>
          </a:xfrm>
          <a:prstGeom prst="rect">
            <a:avLst/>
          </a:prstGeom>
          <a:solidFill>
            <a:srgbClr val="0078D4"/>
          </a:solidFill>
          <a:ln/>
        </p:spPr>
      </p:sp>
      <p:sp>
        <p:nvSpPr>
          <p:cNvPr id="7" name="Text 5"/>
          <p:cNvSpPr/>
          <p:nvPr/>
        </p:nvSpPr>
        <p:spPr>
          <a:xfrm>
            <a:off x="868680" y="2414016"/>
            <a:ext cx="2936138" cy="502920"/>
          </a:xfrm>
          <a:prstGeom prst="rect">
            <a:avLst/>
          </a:prstGeom>
          <a:noFill/>
          <a:ln/>
        </p:spPr>
        <p:txBody>
          <a:bodyPr wrap="square" lIns="0" tIns="0" rIns="0" bIns="0" rtlCol="0" anchor="t"/>
          <a:lstStyle/>
          <a:p>
            <a:pPr algn="l" indent="0" marL="0">
              <a:buNone/>
            </a:pPr>
            <a:r>
              <a:rPr lang="en-US" sz="1600" b="1" dirty="0">
                <a:solidFill>
                  <a:srgbClr val="243A5E"/>
                </a:solidFill>
                <a:latin typeface="Microsoft JhengHei UI" pitchFamily="34" charset="0"/>
                <a:ea typeface="Microsoft JhengHei UI" pitchFamily="34" charset="-122"/>
                <a:cs typeface="Microsoft JhengHei UI" pitchFamily="34" charset="-120"/>
              </a:rPr>
              <a:t>Web IQ</a:t>
            </a:r>
            <a:endParaRPr lang="en-US" sz="1600" dirty="0"/>
          </a:p>
        </p:txBody>
      </p:sp>
      <p:sp>
        <p:nvSpPr>
          <p:cNvPr id="8" name="Text 6"/>
          <p:cNvSpPr/>
          <p:nvPr/>
        </p:nvSpPr>
        <p:spPr>
          <a:xfrm>
            <a:off x="868680" y="2971800"/>
            <a:ext cx="2936138" cy="2331720"/>
          </a:xfrm>
          <a:prstGeom prst="rect">
            <a:avLst/>
          </a:prstGeom>
          <a:noFill/>
          <a:ln/>
        </p:spPr>
        <p:txBody>
          <a:bodyPr wrap="square" lIns="0" tIns="0" rIns="0" bIns="0" rtlCol="0" anchor="t"/>
          <a:lstStyle/>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模型無關、MCP 原生</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網路 / 新聞 / 影像 / 影片接地</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品質、速度、成本同級最佳</a:t>
            </a:r>
            <a:endParaRPr lang="en-US" sz="1200" dirty="0"/>
          </a:p>
        </p:txBody>
      </p:sp>
      <p:sp>
        <p:nvSpPr>
          <p:cNvPr id="9" name="Shape 7"/>
          <p:cNvSpPr/>
          <p:nvPr/>
        </p:nvSpPr>
        <p:spPr>
          <a:xfrm>
            <a:off x="4399178" y="2194560"/>
            <a:ext cx="3393338" cy="3291840"/>
          </a:xfrm>
          <a:prstGeom prst="rect">
            <a:avLst/>
          </a:prstGeom>
          <a:solidFill>
            <a:srgbClr val="FFFFFF"/>
          </a:solidFill>
          <a:ln w="12700">
            <a:solidFill>
              <a:srgbClr val="E6E6E6"/>
            </a:solidFill>
            <a:prstDash val="solid"/>
          </a:ln>
          <a:effectLst>
            <a:outerShdw sx="100000" sy="100000" kx="0" ky="0" algn="bl" rotWithShape="0" blurRad="88900" dist="25400" dir="8100000">
              <a:srgbClr val="000000">
                <a:alpha val="12000"/>
              </a:srgbClr>
            </a:outerShdw>
          </a:effectLst>
        </p:spPr>
      </p:sp>
      <p:sp>
        <p:nvSpPr>
          <p:cNvPr id="10" name="Shape 8"/>
          <p:cNvSpPr/>
          <p:nvPr/>
        </p:nvSpPr>
        <p:spPr>
          <a:xfrm>
            <a:off x="4399178" y="2194560"/>
            <a:ext cx="3393338" cy="82296"/>
          </a:xfrm>
          <a:prstGeom prst="rect">
            <a:avLst/>
          </a:prstGeom>
          <a:solidFill>
            <a:srgbClr val="008575"/>
          </a:solidFill>
          <a:ln/>
        </p:spPr>
      </p:sp>
      <p:sp>
        <p:nvSpPr>
          <p:cNvPr id="11" name="Text 9"/>
          <p:cNvSpPr/>
          <p:nvPr/>
        </p:nvSpPr>
        <p:spPr>
          <a:xfrm>
            <a:off x="4627778" y="2414016"/>
            <a:ext cx="2936138" cy="502920"/>
          </a:xfrm>
          <a:prstGeom prst="rect">
            <a:avLst/>
          </a:prstGeom>
          <a:noFill/>
          <a:ln/>
        </p:spPr>
        <p:txBody>
          <a:bodyPr wrap="square" lIns="0" tIns="0" rIns="0" bIns="0" rtlCol="0" anchor="t"/>
          <a:lstStyle/>
          <a:p>
            <a:pPr algn="l" indent="0" marL="0">
              <a:buNone/>
            </a:pPr>
            <a:r>
              <a:rPr lang="en-US" sz="1600" b="1" dirty="0">
                <a:solidFill>
                  <a:srgbClr val="243A5E"/>
                </a:solidFill>
                <a:latin typeface="Microsoft JhengHei UI" pitchFamily="34" charset="0"/>
                <a:ea typeface="Microsoft JhengHei UI" pitchFamily="34" charset="-122"/>
                <a:cs typeface="Microsoft JhengHei UI" pitchFamily="34" charset="-120"/>
              </a:rPr>
              <a:t>Fabric IQ</a:t>
            </a:r>
            <a:endParaRPr lang="en-US" sz="1600" dirty="0"/>
          </a:p>
        </p:txBody>
      </p:sp>
      <p:sp>
        <p:nvSpPr>
          <p:cNvPr id="12" name="Text 10"/>
          <p:cNvSpPr/>
          <p:nvPr/>
        </p:nvSpPr>
        <p:spPr>
          <a:xfrm>
            <a:off x="4627778" y="2971800"/>
            <a:ext cx="2936138" cy="2331720"/>
          </a:xfrm>
          <a:prstGeom prst="rect">
            <a:avLst/>
          </a:prstGeom>
          <a:noFill/>
          <a:ln/>
        </p:spPr>
        <p:txBody>
          <a:bodyPr wrap="square" lIns="0" tIns="0" rIns="0" bIns="0" rtlCol="0" anchor="t"/>
          <a:lstStyle/>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企業即時本體 (ontology)</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連動營運資料與遙測</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讓代理理解業務現況</a:t>
            </a:r>
            <a:endParaRPr lang="en-US" sz="1200" dirty="0"/>
          </a:p>
        </p:txBody>
      </p:sp>
      <p:sp>
        <p:nvSpPr>
          <p:cNvPr id="13" name="Shape 11"/>
          <p:cNvSpPr/>
          <p:nvPr/>
        </p:nvSpPr>
        <p:spPr>
          <a:xfrm>
            <a:off x="8158277" y="2194560"/>
            <a:ext cx="3393338" cy="3291840"/>
          </a:xfrm>
          <a:prstGeom prst="rect">
            <a:avLst/>
          </a:prstGeom>
          <a:solidFill>
            <a:srgbClr val="FFFFFF"/>
          </a:solidFill>
          <a:ln w="12700">
            <a:solidFill>
              <a:srgbClr val="E6E6E6"/>
            </a:solidFill>
            <a:prstDash val="solid"/>
          </a:ln>
          <a:effectLst>
            <a:outerShdw sx="100000" sy="100000" kx="0" ky="0" algn="bl" rotWithShape="0" blurRad="88900" dist="25400" dir="8100000">
              <a:srgbClr val="000000">
                <a:alpha val="12000"/>
              </a:srgbClr>
            </a:outerShdw>
          </a:effectLst>
        </p:spPr>
      </p:sp>
      <p:sp>
        <p:nvSpPr>
          <p:cNvPr id="14" name="Shape 12"/>
          <p:cNvSpPr/>
          <p:nvPr/>
        </p:nvSpPr>
        <p:spPr>
          <a:xfrm>
            <a:off x="8158277" y="2194560"/>
            <a:ext cx="3393338" cy="82296"/>
          </a:xfrm>
          <a:prstGeom prst="rect">
            <a:avLst/>
          </a:prstGeom>
          <a:solidFill>
            <a:srgbClr val="243A5E"/>
          </a:solidFill>
          <a:ln/>
        </p:spPr>
      </p:sp>
      <p:sp>
        <p:nvSpPr>
          <p:cNvPr id="15" name="Text 13"/>
          <p:cNvSpPr/>
          <p:nvPr/>
        </p:nvSpPr>
        <p:spPr>
          <a:xfrm>
            <a:off x="8386877" y="2414016"/>
            <a:ext cx="2936138" cy="502920"/>
          </a:xfrm>
          <a:prstGeom prst="rect">
            <a:avLst/>
          </a:prstGeom>
          <a:noFill/>
          <a:ln/>
        </p:spPr>
        <p:txBody>
          <a:bodyPr wrap="square" lIns="0" tIns="0" rIns="0" bIns="0" rtlCol="0" anchor="t"/>
          <a:lstStyle/>
          <a:p>
            <a:pPr algn="l" indent="0" marL="0">
              <a:buNone/>
            </a:pPr>
            <a:r>
              <a:rPr lang="en-US" sz="1600" b="1" dirty="0">
                <a:solidFill>
                  <a:srgbClr val="243A5E"/>
                </a:solidFill>
                <a:latin typeface="Microsoft JhengHei UI" pitchFamily="34" charset="0"/>
                <a:ea typeface="Microsoft JhengHei UI" pitchFamily="34" charset="-122"/>
                <a:cs typeface="Microsoft JhengHei UI" pitchFamily="34" charset="-120"/>
              </a:rPr>
              <a:t>Work IQ</a:t>
            </a:r>
            <a:endParaRPr lang="en-US" sz="1600" dirty="0"/>
          </a:p>
        </p:txBody>
      </p:sp>
      <p:sp>
        <p:nvSpPr>
          <p:cNvPr id="16" name="Text 14"/>
          <p:cNvSpPr/>
          <p:nvPr/>
        </p:nvSpPr>
        <p:spPr>
          <a:xfrm>
            <a:off x="8386877" y="2971800"/>
            <a:ext cx="2936138" cy="2331720"/>
          </a:xfrm>
          <a:prstGeom prst="rect">
            <a:avLst/>
          </a:prstGeom>
          <a:noFill/>
          <a:ln/>
        </p:spPr>
        <p:txBody>
          <a:bodyPr wrap="square" lIns="0" tIns="0" rIns="0" bIns="0" rtlCol="0" anchor="t"/>
          <a:lstStyle/>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M365 / SharePoint 知識</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人、流程與程序</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貼近實際工作脈絡</a:t>
            </a:r>
            <a:endParaRPr lang="en-US" sz="1200" dirty="0"/>
          </a:p>
        </p:txBody>
      </p:sp>
      <p:sp>
        <p:nvSpPr>
          <p:cNvPr id="17" name="Shape 15"/>
          <p:cNvSpPr/>
          <p:nvPr/>
        </p:nvSpPr>
        <p:spPr>
          <a:xfrm>
            <a:off x="640080" y="5989320"/>
            <a:ext cx="10911535" cy="566928"/>
          </a:xfrm>
          <a:prstGeom prst="rect">
            <a:avLst/>
          </a:prstGeom>
          <a:solidFill>
            <a:srgbClr val="243A5E"/>
          </a:solidFill>
          <a:ln/>
        </p:spPr>
      </p:sp>
      <p:sp>
        <p:nvSpPr>
          <p:cNvPr id="18" name="Shape 16"/>
          <p:cNvSpPr/>
          <p:nvPr/>
        </p:nvSpPr>
        <p:spPr>
          <a:xfrm>
            <a:off x="640080" y="5989320"/>
            <a:ext cx="91440" cy="566928"/>
          </a:xfrm>
          <a:prstGeom prst="rect">
            <a:avLst/>
          </a:prstGeom>
          <a:solidFill>
            <a:srgbClr val="50E6FF"/>
          </a:solidFill>
          <a:ln/>
        </p:spPr>
      </p:sp>
      <p:sp>
        <p:nvSpPr>
          <p:cNvPr id="19" name="Text 17"/>
          <p:cNvSpPr/>
          <p:nvPr/>
        </p:nvSpPr>
        <p:spPr>
          <a:xfrm>
            <a:off x="914400" y="5989320"/>
            <a:ext cx="10454335" cy="566928"/>
          </a:xfrm>
          <a:prstGeom prst="rect">
            <a:avLst/>
          </a:prstGeom>
          <a:noFill/>
          <a:ln/>
        </p:spPr>
        <p:txBody>
          <a:bodyPr wrap="square" lIns="0" tIns="0" rIns="0" bIns="0" rtlCol="0" anchor="ctr"/>
          <a:lstStyle/>
          <a:p>
            <a:pPr algn="l" indent="0" marL="0">
              <a:buNone/>
            </a:pPr>
            <a:r>
              <a:rPr lang="en-US" sz="1300" b="1" dirty="0">
                <a:solidFill>
                  <a:srgbClr val="FFFFFF"/>
                </a:solidFill>
                <a:latin typeface="Microsoft JhengHei" pitchFamily="34" charset="0"/>
                <a:ea typeface="Microsoft JhengHei" pitchFamily="34" charset="-122"/>
                <a:cs typeface="Microsoft JhengHei" pitchFamily="34" charset="-120"/>
              </a:rPr>
              <a:t>有接地才有可信回答：IQ 層是代理品質的關鍵底座。</a:t>
            </a:r>
            <a:endParaRPr lang="en-US" sz="13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640080" y="411480"/>
            <a:ext cx="10911535" cy="822960"/>
          </a:xfrm>
          <a:prstGeom prst="rect">
            <a:avLst/>
          </a:prstGeom>
          <a:noFill/>
          <a:ln/>
        </p:spPr>
        <p:txBody>
          <a:bodyPr wrap="square" lIns="0" tIns="0" rIns="0" bIns="0" rtlCol="0" anchor="ctr"/>
          <a:lstStyle/>
          <a:p>
            <a:pPr algn="l" indent="0" marL="0">
              <a:buNone/>
            </a:pPr>
            <a:r>
              <a:rPr lang="en-US" sz="2600" b="1" dirty="0">
                <a:solidFill>
                  <a:srgbClr val="243A5E"/>
                </a:solidFill>
                <a:latin typeface="Microsoft JhengHei UI" pitchFamily="34" charset="0"/>
                <a:ea typeface="Microsoft JhengHei UI" pitchFamily="34" charset="-122"/>
                <a:cs typeface="Microsoft JhengHei UI" pitchFamily="34" charset="-120"/>
              </a:rPr>
              <a:t>Agent 365：用管理員工的嚴謹度治理代理</a:t>
            </a:r>
            <a:endParaRPr lang="en-US" sz="2600" dirty="0"/>
          </a:p>
        </p:txBody>
      </p:sp>
      <p:sp>
        <p:nvSpPr>
          <p:cNvPr id="3" name="Shape 1"/>
          <p:cNvSpPr/>
          <p:nvPr/>
        </p:nvSpPr>
        <p:spPr>
          <a:xfrm>
            <a:off x="640080" y="1280160"/>
            <a:ext cx="1143000" cy="64008"/>
          </a:xfrm>
          <a:prstGeom prst="rect">
            <a:avLst/>
          </a:prstGeom>
          <a:solidFill>
            <a:srgbClr val="50E6FF"/>
          </a:solidFill>
          <a:ln/>
        </p:spPr>
      </p:sp>
      <p:sp>
        <p:nvSpPr>
          <p:cNvPr id="4" name="Text 2"/>
          <p:cNvSpPr/>
          <p:nvPr/>
        </p:nvSpPr>
        <p:spPr>
          <a:xfrm>
            <a:off x="640080" y="1389888"/>
            <a:ext cx="10911535" cy="411480"/>
          </a:xfrm>
          <a:prstGeom prst="rect">
            <a:avLst/>
          </a:prstGeom>
          <a:noFill/>
          <a:ln/>
        </p:spPr>
        <p:txBody>
          <a:bodyPr wrap="square" lIns="0" tIns="0" rIns="0" bIns="0" rtlCol="0" anchor="ctr"/>
          <a:lstStyle/>
          <a:p>
            <a:pPr algn="l" indent="0" marL="0">
              <a:buNone/>
            </a:pPr>
            <a:r>
              <a:rPr lang="en-US" sz="1300" dirty="0">
                <a:solidFill>
                  <a:srgbClr val="737373"/>
                </a:solidFill>
                <a:latin typeface="Microsoft JhengHei" pitchFamily="34" charset="0"/>
                <a:ea typeface="Microsoft JhengHei" pitchFamily="34" charset="-122"/>
                <a:cs typeface="Microsoft JhengHei" pitchFamily="34" charset="-120"/>
              </a:rPr>
              <a:t>代理控制平面 — 與使用者、應用、裝置同級管理</a:t>
            </a:r>
            <a:endParaRPr lang="en-US" sz="1300" dirty="0"/>
          </a:p>
        </p:txBody>
      </p:sp>
      <p:sp>
        <p:nvSpPr>
          <p:cNvPr id="5" name="Shape 3"/>
          <p:cNvSpPr/>
          <p:nvPr/>
        </p:nvSpPr>
        <p:spPr>
          <a:xfrm>
            <a:off x="640080" y="2194560"/>
            <a:ext cx="3393338" cy="3291840"/>
          </a:xfrm>
          <a:prstGeom prst="rect">
            <a:avLst/>
          </a:prstGeom>
          <a:solidFill>
            <a:srgbClr val="FFFFFF"/>
          </a:solidFill>
          <a:ln w="12700">
            <a:solidFill>
              <a:srgbClr val="E6E6E6"/>
            </a:solidFill>
            <a:prstDash val="solid"/>
          </a:ln>
          <a:effectLst>
            <a:outerShdw sx="100000" sy="100000" kx="0" ky="0" algn="bl" rotWithShape="0" blurRad="88900" dist="25400" dir="8100000">
              <a:srgbClr val="000000">
                <a:alpha val="12000"/>
              </a:srgbClr>
            </a:outerShdw>
          </a:effectLst>
        </p:spPr>
      </p:sp>
      <p:sp>
        <p:nvSpPr>
          <p:cNvPr id="6" name="Shape 4"/>
          <p:cNvSpPr/>
          <p:nvPr/>
        </p:nvSpPr>
        <p:spPr>
          <a:xfrm>
            <a:off x="640080" y="2194560"/>
            <a:ext cx="3393338" cy="82296"/>
          </a:xfrm>
          <a:prstGeom prst="rect">
            <a:avLst/>
          </a:prstGeom>
          <a:solidFill>
            <a:srgbClr val="0078D4"/>
          </a:solidFill>
          <a:ln/>
        </p:spPr>
      </p:sp>
      <p:sp>
        <p:nvSpPr>
          <p:cNvPr id="7" name="Text 5"/>
          <p:cNvSpPr/>
          <p:nvPr/>
        </p:nvSpPr>
        <p:spPr>
          <a:xfrm>
            <a:off x="868680" y="2414016"/>
            <a:ext cx="2936138" cy="502920"/>
          </a:xfrm>
          <a:prstGeom prst="rect">
            <a:avLst/>
          </a:prstGeom>
          <a:noFill/>
          <a:ln/>
        </p:spPr>
        <p:txBody>
          <a:bodyPr wrap="square" lIns="0" tIns="0" rIns="0" bIns="0" rtlCol="0" anchor="t"/>
          <a:lstStyle/>
          <a:p>
            <a:pPr algn="l" indent="0" marL="0">
              <a:buNone/>
            </a:pPr>
            <a:r>
              <a:rPr lang="en-US" sz="1600" b="1" dirty="0">
                <a:solidFill>
                  <a:srgbClr val="243A5E"/>
                </a:solidFill>
                <a:latin typeface="Microsoft JhengHei UI" pitchFamily="34" charset="0"/>
                <a:ea typeface="Microsoft JhengHei UI" pitchFamily="34" charset="-122"/>
                <a:cs typeface="Microsoft JhengHei UI" pitchFamily="34" charset="-120"/>
              </a:rPr>
              <a:t>身分與存取</a:t>
            </a:r>
            <a:endParaRPr lang="en-US" sz="1600" dirty="0"/>
          </a:p>
        </p:txBody>
      </p:sp>
      <p:sp>
        <p:nvSpPr>
          <p:cNvPr id="8" name="Text 6"/>
          <p:cNvSpPr/>
          <p:nvPr/>
        </p:nvSpPr>
        <p:spPr>
          <a:xfrm>
            <a:off x="868680" y="2971800"/>
            <a:ext cx="2936138" cy="2331720"/>
          </a:xfrm>
          <a:prstGeom prst="rect">
            <a:avLst/>
          </a:prstGeom>
          <a:noFill/>
          <a:ln/>
        </p:spPr>
        <p:txBody>
          <a:bodyPr wrap="square" lIns="0" tIns="0" rIns="0" bIns="0" rtlCol="0" anchor="t"/>
          <a:lstStyle/>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每個代理擁有專屬身分</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細緻存取控制</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Autopilot 需管理員核准</a:t>
            </a:r>
            <a:endParaRPr lang="en-US" sz="1200" dirty="0"/>
          </a:p>
        </p:txBody>
      </p:sp>
      <p:sp>
        <p:nvSpPr>
          <p:cNvPr id="9" name="Shape 7"/>
          <p:cNvSpPr/>
          <p:nvPr/>
        </p:nvSpPr>
        <p:spPr>
          <a:xfrm>
            <a:off x="4399178" y="2194560"/>
            <a:ext cx="3393338" cy="3291840"/>
          </a:xfrm>
          <a:prstGeom prst="rect">
            <a:avLst/>
          </a:prstGeom>
          <a:solidFill>
            <a:srgbClr val="FFFFFF"/>
          </a:solidFill>
          <a:ln w="12700">
            <a:solidFill>
              <a:srgbClr val="E6E6E6"/>
            </a:solidFill>
            <a:prstDash val="solid"/>
          </a:ln>
          <a:effectLst>
            <a:outerShdw sx="100000" sy="100000" kx="0" ky="0" algn="bl" rotWithShape="0" blurRad="88900" dist="25400" dir="8100000">
              <a:srgbClr val="000000">
                <a:alpha val="12000"/>
              </a:srgbClr>
            </a:outerShdw>
          </a:effectLst>
        </p:spPr>
      </p:sp>
      <p:sp>
        <p:nvSpPr>
          <p:cNvPr id="10" name="Shape 8"/>
          <p:cNvSpPr/>
          <p:nvPr/>
        </p:nvSpPr>
        <p:spPr>
          <a:xfrm>
            <a:off x="4399178" y="2194560"/>
            <a:ext cx="3393338" cy="82296"/>
          </a:xfrm>
          <a:prstGeom prst="rect">
            <a:avLst/>
          </a:prstGeom>
          <a:solidFill>
            <a:srgbClr val="008575"/>
          </a:solidFill>
          <a:ln/>
        </p:spPr>
      </p:sp>
      <p:sp>
        <p:nvSpPr>
          <p:cNvPr id="11" name="Text 9"/>
          <p:cNvSpPr/>
          <p:nvPr/>
        </p:nvSpPr>
        <p:spPr>
          <a:xfrm>
            <a:off x="4627778" y="2414016"/>
            <a:ext cx="2936138" cy="502920"/>
          </a:xfrm>
          <a:prstGeom prst="rect">
            <a:avLst/>
          </a:prstGeom>
          <a:noFill/>
          <a:ln/>
        </p:spPr>
        <p:txBody>
          <a:bodyPr wrap="square" lIns="0" tIns="0" rIns="0" bIns="0" rtlCol="0" anchor="t"/>
          <a:lstStyle/>
          <a:p>
            <a:pPr algn="l" indent="0" marL="0">
              <a:buNone/>
            </a:pPr>
            <a:r>
              <a:rPr lang="en-US" sz="1600" b="1" dirty="0">
                <a:solidFill>
                  <a:srgbClr val="243A5E"/>
                </a:solidFill>
                <a:latin typeface="Microsoft JhengHei UI" pitchFamily="34" charset="0"/>
                <a:ea typeface="Microsoft JhengHei UI" pitchFamily="34" charset="-122"/>
                <a:cs typeface="Microsoft JhengHei UI" pitchFamily="34" charset="-120"/>
              </a:rPr>
              <a:t>安全與治理</a:t>
            </a:r>
            <a:endParaRPr lang="en-US" sz="1600" dirty="0"/>
          </a:p>
        </p:txBody>
      </p:sp>
      <p:sp>
        <p:nvSpPr>
          <p:cNvPr id="12" name="Text 10"/>
          <p:cNvSpPr/>
          <p:nvPr/>
        </p:nvSpPr>
        <p:spPr>
          <a:xfrm>
            <a:off x="4627778" y="2971800"/>
            <a:ext cx="2936138" cy="2331720"/>
          </a:xfrm>
          <a:prstGeom prst="rect">
            <a:avLst/>
          </a:prstGeom>
          <a:noFill/>
          <a:ln/>
        </p:spPr>
        <p:txBody>
          <a:bodyPr wrap="square" lIns="0" tIns="0" rIns="0" bIns="0" rtlCol="0" anchor="t"/>
          <a:lstStyle/>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Defender 延伸至代理</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Purview 涵蓋資料治理</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與員工同級的合規要求</a:t>
            </a:r>
            <a:endParaRPr lang="en-US" sz="1200" dirty="0"/>
          </a:p>
        </p:txBody>
      </p:sp>
      <p:sp>
        <p:nvSpPr>
          <p:cNvPr id="13" name="Shape 11"/>
          <p:cNvSpPr/>
          <p:nvPr/>
        </p:nvSpPr>
        <p:spPr>
          <a:xfrm>
            <a:off x="8158277" y="2194560"/>
            <a:ext cx="3393338" cy="3291840"/>
          </a:xfrm>
          <a:prstGeom prst="rect">
            <a:avLst/>
          </a:prstGeom>
          <a:solidFill>
            <a:srgbClr val="FFFFFF"/>
          </a:solidFill>
          <a:ln w="12700">
            <a:solidFill>
              <a:srgbClr val="E6E6E6"/>
            </a:solidFill>
            <a:prstDash val="solid"/>
          </a:ln>
          <a:effectLst>
            <a:outerShdw sx="100000" sy="100000" kx="0" ky="0" algn="bl" rotWithShape="0" blurRad="88900" dist="25400" dir="8100000">
              <a:srgbClr val="000000">
                <a:alpha val="12000"/>
              </a:srgbClr>
            </a:outerShdw>
          </a:effectLst>
        </p:spPr>
      </p:sp>
      <p:sp>
        <p:nvSpPr>
          <p:cNvPr id="14" name="Shape 12"/>
          <p:cNvSpPr/>
          <p:nvPr/>
        </p:nvSpPr>
        <p:spPr>
          <a:xfrm>
            <a:off x="8158277" y="2194560"/>
            <a:ext cx="3393338" cy="82296"/>
          </a:xfrm>
          <a:prstGeom prst="rect">
            <a:avLst/>
          </a:prstGeom>
          <a:solidFill>
            <a:srgbClr val="243A5E"/>
          </a:solidFill>
          <a:ln/>
        </p:spPr>
      </p:sp>
      <p:sp>
        <p:nvSpPr>
          <p:cNvPr id="15" name="Text 13"/>
          <p:cNvSpPr/>
          <p:nvPr/>
        </p:nvSpPr>
        <p:spPr>
          <a:xfrm>
            <a:off x="8386877" y="2414016"/>
            <a:ext cx="2936138" cy="502920"/>
          </a:xfrm>
          <a:prstGeom prst="rect">
            <a:avLst/>
          </a:prstGeom>
          <a:noFill/>
          <a:ln/>
        </p:spPr>
        <p:txBody>
          <a:bodyPr wrap="square" lIns="0" tIns="0" rIns="0" bIns="0" rtlCol="0" anchor="t"/>
          <a:lstStyle/>
          <a:p>
            <a:pPr algn="l" indent="0" marL="0">
              <a:buNone/>
            </a:pPr>
            <a:r>
              <a:rPr lang="en-US" sz="1600" b="1" dirty="0">
                <a:solidFill>
                  <a:srgbClr val="243A5E"/>
                </a:solidFill>
                <a:latin typeface="Microsoft JhengHei UI" pitchFamily="34" charset="0"/>
                <a:ea typeface="Microsoft JhengHei UI" pitchFamily="34" charset="-122"/>
                <a:cs typeface="Microsoft JhengHei UI" pitchFamily="34" charset="-120"/>
              </a:rPr>
              <a:t>開發與管理</a:t>
            </a:r>
            <a:endParaRPr lang="en-US" sz="1600" dirty="0"/>
          </a:p>
        </p:txBody>
      </p:sp>
      <p:sp>
        <p:nvSpPr>
          <p:cNvPr id="16" name="Text 14"/>
          <p:cNvSpPr/>
          <p:nvPr/>
        </p:nvSpPr>
        <p:spPr>
          <a:xfrm>
            <a:off x="8386877" y="2971800"/>
            <a:ext cx="2936138" cy="2331720"/>
          </a:xfrm>
          <a:prstGeom prst="rect">
            <a:avLst/>
          </a:prstGeom>
          <a:noFill/>
          <a:ln/>
        </p:spPr>
        <p:txBody>
          <a:bodyPr wrap="square" lIns="0" tIns="0" rIns="0" bIns="0" rtlCol="0" anchor="t"/>
          <a:lstStyle/>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Agent 365 SDK GA</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統一的管理與稽核</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可大規模佈署與監控</a:t>
            </a:r>
            <a:endParaRPr lang="en-US" sz="1200" dirty="0"/>
          </a:p>
        </p:txBody>
      </p:sp>
      <p:sp>
        <p:nvSpPr>
          <p:cNvPr id="17" name="Shape 15"/>
          <p:cNvSpPr/>
          <p:nvPr/>
        </p:nvSpPr>
        <p:spPr>
          <a:xfrm>
            <a:off x="640080" y="5989320"/>
            <a:ext cx="10911535" cy="566928"/>
          </a:xfrm>
          <a:prstGeom prst="rect">
            <a:avLst/>
          </a:prstGeom>
          <a:solidFill>
            <a:srgbClr val="243A5E"/>
          </a:solidFill>
          <a:ln/>
        </p:spPr>
      </p:sp>
      <p:sp>
        <p:nvSpPr>
          <p:cNvPr id="18" name="Shape 16"/>
          <p:cNvSpPr/>
          <p:nvPr/>
        </p:nvSpPr>
        <p:spPr>
          <a:xfrm>
            <a:off x="640080" y="5989320"/>
            <a:ext cx="91440" cy="566928"/>
          </a:xfrm>
          <a:prstGeom prst="rect">
            <a:avLst/>
          </a:prstGeom>
          <a:solidFill>
            <a:srgbClr val="50E6FF"/>
          </a:solidFill>
          <a:ln/>
        </p:spPr>
      </p:sp>
      <p:sp>
        <p:nvSpPr>
          <p:cNvPr id="19" name="Text 17"/>
          <p:cNvSpPr/>
          <p:nvPr/>
        </p:nvSpPr>
        <p:spPr>
          <a:xfrm>
            <a:off x="914400" y="5989320"/>
            <a:ext cx="10454335" cy="566928"/>
          </a:xfrm>
          <a:prstGeom prst="rect">
            <a:avLst/>
          </a:prstGeom>
          <a:noFill/>
          <a:ln/>
        </p:spPr>
        <p:txBody>
          <a:bodyPr wrap="square" lIns="0" tIns="0" rIns="0" bIns="0" rtlCol="0" anchor="ctr"/>
          <a:lstStyle/>
          <a:p>
            <a:pPr algn="l" indent="0" marL="0">
              <a:buNone/>
            </a:pPr>
            <a:r>
              <a:rPr lang="en-US" sz="1300" b="1" dirty="0">
                <a:solidFill>
                  <a:srgbClr val="FFFFFF"/>
                </a:solidFill>
                <a:latin typeface="Microsoft JhengHei" pitchFamily="34" charset="0"/>
                <a:ea typeface="Microsoft JhengHei" pitchFamily="34" charset="-122"/>
                <a:cs typeface="Microsoft JhengHei" pitchFamily="34" charset="-120"/>
              </a:rPr>
              <a:t>代理數量爆發成長，治理底座決定企業能否安心放手讓代理上工。</a:t>
            </a:r>
            <a:endParaRPr lang="en-US" sz="13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640080" y="411480"/>
            <a:ext cx="10911535" cy="822960"/>
          </a:xfrm>
          <a:prstGeom prst="rect">
            <a:avLst/>
          </a:prstGeom>
          <a:noFill/>
          <a:ln/>
        </p:spPr>
        <p:txBody>
          <a:bodyPr wrap="square" lIns="0" tIns="0" rIns="0" bIns="0" rtlCol="0" anchor="ctr"/>
          <a:lstStyle/>
          <a:p>
            <a:pPr algn="l" indent="0" marL="0">
              <a:buNone/>
            </a:pPr>
            <a:r>
              <a:rPr lang="en-US" sz="2600" b="1" dirty="0">
                <a:solidFill>
                  <a:srgbClr val="243A5E"/>
                </a:solidFill>
                <a:latin typeface="Microsoft JhengHei UI" pitchFamily="34" charset="0"/>
                <a:ea typeface="Microsoft JhengHei UI" pitchFamily="34" charset="-122"/>
                <a:cs typeface="Microsoft JhengHei UI" pitchFamily="34" charset="-120"/>
              </a:rPr>
              <a:t>Foundry：長時代理的執行與自我優化迴圈</a:t>
            </a:r>
            <a:endParaRPr lang="en-US" sz="2600" dirty="0"/>
          </a:p>
        </p:txBody>
      </p:sp>
      <p:sp>
        <p:nvSpPr>
          <p:cNvPr id="3" name="Shape 1"/>
          <p:cNvSpPr/>
          <p:nvPr/>
        </p:nvSpPr>
        <p:spPr>
          <a:xfrm>
            <a:off x="640080" y="1280160"/>
            <a:ext cx="1143000" cy="64008"/>
          </a:xfrm>
          <a:prstGeom prst="rect">
            <a:avLst/>
          </a:prstGeom>
          <a:solidFill>
            <a:srgbClr val="50E6FF"/>
          </a:solidFill>
          <a:ln/>
        </p:spPr>
      </p:sp>
      <p:sp>
        <p:nvSpPr>
          <p:cNvPr id="4" name="Text 2"/>
          <p:cNvSpPr/>
          <p:nvPr/>
        </p:nvSpPr>
        <p:spPr>
          <a:xfrm>
            <a:off x="640080" y="1389888"/>
            <a:ext cx="10911535" cy="411480"/>
          </a:xfrm>
          <a:prstGeom prst="rect">
            <a:avLst/>
          </a:prstGeom>
          <a:noFill/>
          <a:ln/>
        </p:spPr>
        <p:txBody>
          <a:bodyPr wrap="square" lIns="0" tIns="0" rIns="0" bIns="0" rtlCol="0" anchor="ctr"/>
          <a:lstStyle/>
          <a:p>
            <a:pPr algn="l" indent="0" marL="0">
              <a:buNone/>
            </a:pPr>
            <a:r>
              <a:rPr lang="en-US" sz="1300" dirty="0">
                <a:solidFill>
                  <a:srgbClr val="737373"/>
                </a:solidFill>
                <a:latin typeface="Microsoft JhengHei" pitchFamily="34" charset="0"/>
                <a:ea typeface="Microsoft JhengHei" pitchFamily="34" charset="-122"/>
                <a:cs typeface="Microsoft JhengHei" pitchFamily="34" charset="-120"/>
              </a:rPr>
              <a:t>從部署、評測到優化的完整生命週期</a:t>
            </a:r>
            <a:endParaRPr lang="en-US" sz="1300" dirty="0"/>
          </a:p>
        </p:txBody>
      </p:sp>
      <p:sp>
        <p:nvSpPr>
          <p:cNvPr id="5" name="Shape 3"/>
          <p:cNvSpPr/>
          <p:nvPr/>
        </p:nvSpPr>
        <p:spPr>
          <a:xfrm>
            <a:off x="640080" y="2194560"/>
            <a:ext cx="3393338" cy="3291840"/>
          </a:xfrm>
          <a:prstGeom prst="rect">
            <a:avLst/>
          </a:prstGeom>
          <a:solidFill>
            <a:srgbClr val="FFFFFF"/>
          </a:solidFill>
          <a:ln w="12700">
            <a:solidFill>
              <a:srgbClr val="E6E6E6"/>
            </a:solidFill>
            <a:prstDash val="solid"/>
          </a:ln>
          <a:effectLst>
            <a:outerShdw sx="100000" sy="100000" kx="0" ky="0" algn="bl" rotWithShape="0" blurRad="88900" dist="25400" dir="8100000">
              <a:srgbClr val="000000">
                <a:alpha val="12000"/>
              </a:srgbClr>
            </a:outerShdw>
          </a:effectLst>
        </p:spPr>
      </p:sp>
      <p:sp>
        <p:nvSpPr>
          <p:cNvPr id="6" name="Shape 4"/>
          <p:cNvSpPr/>
          <p:nvPr/>
        </p:nvSpPr>
        <p:spPr>
          <a:xfrm>
            <a:off x="640080" y="2194560"/>
            <a:ext cx="3393338" cy="82296"/>
          </a:xfrm>
          <a:prstGeom prst="rect">
            <a:avLst/>
          </a:prstGeom>
          <a:solidFill>
            <a:srgbClr val="0078D4"/>
          </a:solidFill>
          <a:ln/>
        </p:spPr>
      </p:sp>
      <p:sp>
        <p:nvSpPr>
          <p:cNvPr id="7" name="Text 5"/>
          <p:cNvSpPr/>
          <p:nvPr/>
        </p:nvSpPr>
        <p:spPr>
          <a:xfrm>
            <a:off x="868680" y="2414016"/>
            <a:ext cx="2936138" cy="502920"/>
          </a:xfrm>
          <a:prstGeom prst="rect">
            <a:avLst/>
          </a:prstGeom>
          <a:noFill/>
          <a:ln/>
        </p:spPr>
        <p:txBody>
          <a:bodyPr wrap="square" lIns="0" tIns="0" rIns="0" bIns="0" rtlCol="0" anchor="t"/>
          <a:lstStyle/>
          <a:p>
            <a:pPr algn="l" indent="0" marL="0">
              <a:buNone/>
            </a:pPr>
            <a:r>
              <a:rPr lang="en-US" sz="1600" b="1" dirty="0">
                <a:solidFill>
                  <a:srgbClr val="243A5E"/>
                </a:solidFill>
                <a:latin typeface="Microsoft JhengHei UI" pitchFamily="34" charset="0"/>
                <a:ea typeface="Microsoft JhengHei UI" pitchFamily="34" charset="-122"/>
                <a:cs typeface="Microsoft JhengHei UI" pitchFamily="34" charset="-120"/>
              </a:rPr>
              <a:t>Runtime</a:t>
            </a:r>
            <a:endParaRPr lang="en-US" sz="1600" dirty="0"/>
          </a:p>
        </p:txBody>
      </p:sp>
      <p:sp>
        <p:nvSpPr>
          <p:cNvPr id="8" name="Text 6"/>
          <p:cNvSpPr/>
          <p:nvPr/>
        </p:nvSpPr>
        <p:spPr>
          <a:xfrm>
            <a:off x="868680" y="2971800"/>
            <a:ext cx="2936138" cy="2331720"/>
          </a:xfrm>
          <a:prstGeom prst="rect">
            <a:avLst/>
          </a:prstGeom>
          <a:noFill/>
          <a:ln/>
        </p:spPr>
        <p:txBody>
          <a:bodyPr wrap="square" lIns="0" tIns="0" rIns="0" bIns="0" rtlCol="0" anchor="t"/>
          <a:lstStyle/>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Hosted agents 作為執行環境</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每個 session 以 microVM 隔離</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支援長時運行的代理</a:t>
            </a:r>
            <a:endParaRPr lang="en-US" sz="1200" dirty="0"/>
          </a:p>
        </p:txBody>
      </p:sp>
      <p:sp>
        <p:nvSpPr>
          <p:cNvPr id="9" name="Shape 7"/>
          <p:cNvSpPr/>
          <p:nvPr/>
        </p:nvSpPr>
        <p:spPr>
          <a:xfrm>
            <a:off x="4399178" y="2194560"/>
            <a:ext cx="3393338" cy="3291840"/>
          </a:xfrm>
          <a:prstGeom prst="rect">
            <a:avLst/>
          </a:prstGeom>
          <a:solidFill>
            <a:srgbClr val="FFFFFF"/>
          </a:solidFill>
          <a:ln w="12700">
            <a:solidFill>
              <a:srgbClr val="E6E6E6"/>
            </a:solidFill>
            <a:prstDash val="solid"/>
          </a:ln>
          <a:effectLst>
            <a:outerShdw sx="100000" sy="100000" kx="0" ky="0" algn="bl" rotWithShape="0" blurRad="88900" dist="25400" dir="8100000">
              <a:srgbClr val="000000">
                <a:alpha val="12000"/>
              </a:srgbClr>
            </a:outerShdw>
          </a:effectLst>
        </p:spPr>
      </p:sp>
      <p:sp>
        <p:nvSpPr>
          <p:cNvPr id="10" name="Shape 8"/>
          <p:cNvSpPr/>
          <p:nvPr/>
        </p:nvSpPr>
        <p:spPr>
          <a:xfrm>
            <a:off x="4399178" y="2194560"/>
            <a:ext cx="3393338" cy="82296"/>
          </a:xfrm>
          <a:prstGeom prst="rect">
            <a:avLst/>
          </a:prstGeom>
          <a:solidFill>
            <a:srgbClr val="008575"/>
          </a:solidFill>
          <a:ln/>
        </p:spPr>
      </p:sp>
      <p:sp>
        <p:nvSpPr>
          <p:cNvPr id="11" name="Text 9"/>
          <p:cNvSpPr/>
          <p:nvPr/>
        </p:nvSpPr>
        <p:spPr>
          <a:xfrm>
            <a:off x="4627778" y="2414016"/>
            <a:ext cx="2936138" cy="502920"/>
          </a:xfrm>
          <a:prstGeom prst="rect">
            <a:avLst/>
          </a:prstGeom>
          <a:noFill/>
          <a:ln/>
        </p:spPr>
        <p:txBody>
          <a:bodyPr wrap="square" lIns="0" tIns="0" rIns="0" bIns="0" rtlCol="0" anchor="t"/>
          <a:lstStyle/>
          <a:p>
            <a:pPr algn="l" indent="0" marL="0">
              <a:buNone/>
            </a:pPr>
            <a:r>
              <a:rPr lang="en-US" sz="1600" b="1" dirty="0">
                <a:solidFill>
                  <a:srgbClr val="243A5E"/>
                </a:solidFill>
                <a:latin typeface="Microsoft JhengHei UI" pitchFamily="34" charset="0"/>
                <a:ea typeface="Microsoft JhengHei UI" pitchFamily="34" charset="-122"/>
                <a:cs typeface="Microsoft JhengHei UI" pitchFamily="34" charset="-120"/>
              </a:rPr>
              <a:t>評測與優化</a:t>
            </a:r>
            <a:endParaRPr lang="en-US" sz="1600" dirty="0"/>
          </a:p>
        </p:txBody>
      </p:sp>
      <p:sp>
        <p:nvSpPr>
          <p:cNvPr id="12" name="Text 10"/>
          <p:cNvSpPr/>
          <p:nvPr/>
        </p:nvSpPr>
        <p:spPr>
          <a:xfrm>
            <a:off x="4627778" y="2971800"/>
            <a:ext cx="2936138" cy="2331720"/>
          </a:xfrm>
          <a:prstGeom prst="rect">
            <a:avLst/>
          </a:prstGeom>
          <a:noFill/>
          <a:ln/>
        </p:spPr>
        <p:txBody>
          <a:bodyPr wrap="square" lIns="0" tIns="0" rIns="0" bIns="0" rtlCol="0" anchor="t"/>
          <a:lstStyle/>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Rubric 評測器</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Agent Optimizer 自我改進</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持續評測 (continuous eval)</a:t>
            </a:r>
            <a:endParaRPr lang="en-US" sz="1200" dirty="0"/>
          </a:p>
        </p:txBody>
      </p:sp>
      <p:sp>
        <p:nvSpPr>
          <p:cNvPr id="13" name="Shape 11"/>
          <p:cNvSpPr/>
          <p:nvPr/>
        </p:nvSpPr>
        <p:spPr>
          <a:xfrm>
            <a:off x="8158277" y="2194560"/>
            <a:ext cx="3393338" cy="3291840"/>
          </a:xfrm>
          <a:prstGeom prst="rect">
            <a:avLst/>
          </a:prstGeom>
          <a:solidFill>
            <a:srgbClr val="FFFFFF"/>
          </a:solidFill>
          <a:ln w="12700">
            <a:solidFill>
              <a:srgbClr val="E6E6E6"/>
            </a:solidFill>
            <a:prstDash val="solid"/>
          </a:ln>
          <a:effectLst>
            <a:outerShdw sx="100000" sy="100000" kx="0" ky="0" algn="bl" rotWithShape="0" blurRad="88900" dist="25400" dir="8100000">
              <a:srgbClr val="000000">
                <a:alpha val="12000"/>
              </a:srgbClr>
            </a:outerShdw>
          </a:effectLst>
        </p:spPr>
      </p:sp>
      <p:sp>
        <p:nvSpPr>
          <p:cNvPr id="14" name="Shape 12"/>
          <p:cNvSpPr/>
          <p:nvPr/>
        </p:nvSpPr>
        <p:spPr>
          <a:xfrm>
            <a:off x="8158277" y="2194560"/>
            <a:ext cx="3393338" cy="82296"/>
          </a:xfrm>
          <a:prstGeom prst="rect">
            <a:avLst/>
          </a:prstGeom>
          <a:solidFill>
            <a:srgbClr val="243A5E"/>
          </a:solidFill>
          <a:ln/>
        </p:spPr>
      </p:sp>
      <p:sp>
        <p:nvSpPr>
          <p:cNvPr id="15" name="Text 13"/>
          <p:cNvSpPr/>
          <p:nvPr/>
        </p:nvSpPr>
        <p:spPr>
          <a:xfrm>
            <a:off x="8386877" y="2414016"/>
            <a:ext cx="2936138" cy="502920"/>
          </a:xfrm>
          <a:prstGeom prst="rect">
            <a:avLst/>
          </a:prstGeom>
          <a:noFill/>
          <a:ln/>
        </p:spPr>
        <p:txBody>
          <a:bodyPr wrap="square" lIns="0" tIns="0" rIns="0" bIns="0" rtlCol="0" anchor="t"/>
          <a:lstStyle/>
          <a:p>
            <a:pPr algn="l" indent="0" marL="0">
              <a:buNone/>
            </a:pPr>
            <a:r>
              <a:rPr lang="en-US" sz="1600" b="1" dirty="0">
                <a:solidFill>
                  <a:srgbClr val="243A5E"/>
                </a:solidFill>
                <a:latin typeface="Microsoft JhengHei UI" pitchFamily="34" charset="0"/>
                <a:ea typeface="Microsoft JhengHei UI" pitchFamily="34" charset="-122"/>
                <a:cs typeface="Microsoft JhengHei UI" pitchFamily="34" charset="-120"/>
              </a:rPr>
              <a:t>知識</a:t>
            </a:r>
            <a:endParaRPr lang="en-US" sz="1600" dirty="0"/>
          </a:p>
        </p:txBody>
      </p:sp>
      <p:sp>
        <p:nvSpPr>
          <p:cNvPr id="16" name="Text 14"/>
          <p:cNvSpPr/>
          <p:nvPr/>
        </p:nvSpPr>
        <p:spPr>
          <a:xfrm>
            <a:off x="8386877" y="2971800"/>
            <a:ext cx="2936138" cy="2331720"/>
          </a:xfrm>
          <a:prstGeom prst="rect">
            <a:avLst/>
          </a:prstGeom>
          <a:noFill/>
          <a:ln/>
        </p:spPr>
        <p:txBody>
          <a:bodyPr wrap="square" lIns="0" tIns="0" rIns="0" bIns="0" rtlCol="0" anchor="t"/>
          <a:lstStyle/>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Foundry IQ 知識庫</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整合追蹤與資料集</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從 trace 萃取訓練資料</a:t>
            </a:r>
            <a:endParaRPr lang="en-US" sz="1200" dirty="0"/>
          </a:p>
        </p:txBody>
      </p:sp>
      <p:sp>
        <p:nvSpPr>
          <p:cNvPr id="17" name="Shape 15"/>
          <p:cNvSpPr/>
          <p:nvPr/>
        </p:nvSpPr>
        <p:spPr>
          <a:xfrm>
            <a:off x="640080" y="5989320"/>
            <a:ext cx="10911535" cy="566928"/>
          </a:xfrm>
          <a:prstGeom prst="rect">
            <a:avLst/>
          </a:prstGeom>
          <a:solidFill>
            <a:srgbClr val="243A5E"/>
          </a:solidFill>
          <a:ln/>
        </p:spPr>
      </p:sp>
      <p:sp>
        <p:nvSpPr>
          <p:cNvPr id="18" name="Shape 16"/>
          <p:cNvSpPr/>
          <p:nvPr/>
        </p:nvSpPr>
        <p:spPr>
          <a:xfrm>
            <a:off x="640080" y="5989320"/>
            <a:ext cx="91440" cy="566928"/>
          </a:xfrm>
          <a:prstGeom prst="rect">
            <a:avLst/>
          </a:prstGeom>
          <a:solidFill>
            <a:srgbClr val="50E6FF"/>
          </a:solidFill>
          <a:ln/>
        </p:spPr>
      </p:sp>
      <p:sp>
        <p:nvSpPr>
          <p:cNvPr id="19" name="Text 17"/>
          <p:cNvSpPr/>
          <p:nvPr/>
        </p:nvSpPr>
        <p:spPr>
          <a:xfrm>
            <a:off x="914400" y="5989320"/>
            <a:ext cx="10454335" cy="566928"/>
          </a:xfrm>
          <a:prstGeom prst="rect">
            <a:avLst/>
          </a:prstGeom>
          <a:noFill/>
          <a:ln/>
        </p:spPr>
        <p:txBody>
          <a:bodyPr wrap="square" lIns="0" tIns="0" rIns="0" bIns="0" rtlCol="0" anchor="ctr"/>
          <a:lstStyle/>
          <a:p>
            <a:pPr algn="l" indent="0" marL="0">
              <a:buNone/>
            </a:pPr>
            <a:r>
              <a:rPr lang="en-US" sz="1300" b="1" dirty="0">
                <a:solidFill>
                  <a:srgbClr val="FFFFFF"/>
                </a:solidFill>
                <a:latin typeface="Microsoft JhengHei" pitchFamily="34" charset="0"/>
                <a:ea typeface="Microsoft JhengHei" pitchFamily="34" charset="-122"/>
                <a:cs typeface="Microsoft JhengHei" pitchFamily="34" charset="-120"/>
              </a:rPr>
              <a:t>Foundry 讓代理可被部署、被衡量、再自我改進 — 形成持續優化迴圈。</a:t>
            </a:r>
            <a:endParaRPr lang="en-US" sz="13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640080" y="411480"/>
            <a:ext cx="10911535" cy="822960"/>
          </a:xfrm>
          <a:prstGeom prst="rect">
            <a:avLst/>
          </a:prstGeom>
          <a:noFill/>
          <a:ln/>
        </p:spPr>
        <p:txBody>
          <a:bodyPr wrap="square" lIns="0" tIns="0" rIns="0" bIns="0" rtlCol="0" anchor="ctr"/>
          <a:lstStyle/>
          <a:p>
            <a:pPr algn="l" indent="0" marL="0">
              <a:buNone/>
            </a:pPr>
            <a:r>
              <a:rPr lang="en-US" sz="2600" b="1" dirty="0">
                <a:solidFill>
                  <a:srgbClr val="243A5E"/>
                </a:solidFill>
                <a:latin typeface="Microsoft JhengHei UI" pitchFamily="34" charset="0"/>
                <a:ea typeface="Microsoft JhengHei UI" pitchFamily="34" charset="-122"/>
                <a:cs typeface="Microsoft JhengHei UI" pitchFamily="34" charset="-120"/>
              </a:rPr>
              <a:t>Frontier Tuning：用自有資料與評測打造專屬模型</a:t>
            </a:r>
            <a:endParaRPr lang="en-US" sz="2600" dirty="0"/>
          </a:p>
        </p:txBody>
      </p:sp>
      <p:sp>
        <p:nvSpPr>
          <p:cNvPr id="3" name="Shape 1"/>
          <p:cNvSpPr/>
          <p:nvPr/>
        </p:nvSpPr>
        <p:spPr>
          <a:xfrm>
            <a:off x="640080" y="1280160"/>
            <a:ext cx="1143000" cy="64008"/>
          </a:xfrm>
          <a:prstGeom prst="rect">
            <a:avLst/>
          </a:prstGeom>
          <a:solidFill>
            <a:srgbClr val="50E6FF"/>
          </a:solidFill>
          <a:ln/>
        </p:spPr>
      </p:sp>
      <p:sp>
        <p:nvSpPr>
          <p:cNvPr id="4" name="Text 2"/>
          <p:cNvSpPr/>
          <p:nvPr/>
        </p:nvSpPr>
        <p:spPr>
          <a:xfrm>
            <a:off x="640080" y="1389888"/>
            <a:ext cx="10911535" cy="411480"/>
          </a:xfrm>
          <a:prstGeom prst="rect">
            <a:avLst/>
          </a:prstGeom>
          <a:noFill/>
          <a:ln/>
        </p:spPr>
        <p:txBody>
          <a:bodyPr wrap="square" lIns="0" tIns="0" rIns="0" bIns="0" rtlCol="0" anchor="ctr"/>
          <a:lstStyle/>
          <a:p>
            <a:pPr algn="l" indent="0" marL="0">
              <a:buNone/>
            </a:pPr>
            <a:r>
              <a:rPr lang="en-US" sz="1300" dirty="0">
                <a:solidFill>
                  <a:srgbClr val="737373"/>
                </a:solidFill>
                <a:latin typeface="Microsoft JhengHei" pitchFamily="34" charset="0"/>
                <a:ea typeface="Microsoft JhengHei" pitchFamily="34" charset="-122"/>
                <a:cs typeface="Microsoft JhengHei" pitchFamily="34" charset="-120"/>
              </a:rPr>
              <a:t>從『使用前沿模型』升級為『打造你的前沿模型』</a:t>
            </a:r>
            <a:endParaRPr lang="en-US" sz="1300" dirty="0"/>
          </a:p>
        </p:txBody>
      </p:sp>
      <p:sp>
        <p:nvSpPr>
          <p:cNvPr id="5" name="Shape 3"/>
          <p:cNvSpPr/>
          <p:nvPr/>
        </p:nvSpPr>
        <p:spPr>
          <a:xfrm>
            <a:off x="640080" y="2194560"/>
            <a:ext cx="6400800" cy="3291840"/>
          </a:xfrm>
          <a:prstGeom prst="rect">
            <a:avLst/>
          </a:prstGeom>
          <a:solidFill>
            <a:srgbClr val="FFFFFF"/>
          </a:solidFill>
          <a:ln w="12700">
            <a:solidFill>
              <a:srgbClr val="E6E6E6"/>
            </a:solidFill>
            <a:prstDash val="solid"/>
          </a:ln>
          <a:effectLst>
            <a:outerShdw sx="100000" sy="100000" kx="0" ky="0" algn="bl" rotWithShape="0" blurRad="88900" dist="25400" dir="8100000">
              <a:srgbClr val="000000">
                <a:alpha val="12000"/>
              </a:srgbClr>
            </a:outerShdw>
          </a:effectLst>
        </p:spPr>
      </p:sp>
      <p:sp>
        <p:nvSpPr>
          <p:cNvPr id="6" name="Shape 4"/>
          <p:cNvSpPr/>
          <p:nvPr/>
        </p:nvSpPr>
        <p:spPr>
          <a:xfrm>
            <a:off x="640080" y="2194560"/>
            <a:ext cx="6400800" cy="82296"/>
          </a:xfrm>
          <a:prstGeom prst="rect">
            <a:avLst/>
          </a:prstGeom>
          <a:solidFill>
            <a:srgbClr val="0078D4"/>
          </a:solidFill>
          <a:ln/>
        </p:spPr>
      </p:sp>
      <p:sp>
        <p:nvSpPr>
          <p:cNvPr id="7" name="Text 5"/>
          <p:cNvSpPr/>
          <p:nvPr/>
        </p:nvSpPr>
        <p:spPr>
          <a:xfrm>
            <a:off x="868680" y="2414016"/>
            <a:ext cx="5943600" cy="502920"/>
          </a:xfrm>
          <a:prstGeom prst="rect">
            <a:avLst/>
          </a:prstGeom>
          <a:noFill/>
          <a:ln/>
        </p:spPr>
        <p:txBody>
          <a:bodyPr wrap="square" lIns="0" tIns="0" rIns="0" bIns="0" rtlCol="0" anchor="t"/>
          <a:lstStyle/>
          <a:p>
            <a:pPr algn="l" indent="0" marL="0">
              <a:buNone/>
            </a:pPr>
            <a:r>
              <a:rPr lang="en-US" sz="1600" b="1" dirty="0">
                <a:solidFill>
                  <a:srgbClr val="243A5E"/>
                </a:solidFill>
                <a:latin typeface="Microsoft JhengHei UI" pitchFamily="34" charset="0"/>
                <a:ea typeface="Microsoft JhengHei UI" pitchFamily="34" charset="-122"/>
                <a:cs typeface="Microsoft JhengHei UI" pitchFamily="34" charset="-120"/>
              </a:rPr>
              <a:t>打造你的『爬坡機器』</a:t>
            </a:r>
            <a:endParaRPr lang="en-US" sz="1600" dirty="0"/>
          </a:p>
        </p:txBody>
      </p:sp>
      <p:sp>
        <p:nvSpPr>
          <p:cNvPr id="8" name="Text 6"/>
          <p:cNvSpPr/>
          <p:nvPr/>
        </p:nvSpPr>
        <p:spPr>
          <a:xfrm>
            <a:off x="868680" y="2971800"/>
            <a:ext cx="5943600" cy="2331720"/>
          </a:xfrm>
          <a:prstGeom prst="rect">
            <a:avLst/>
          </a:prstGeom>
          <a:noFill/>
          <a:ln/>
        </p:spPr>
        <p:txBody>
          <a:bodyPr wrap="square" lIns="0" tIns="0" rIns="0" bIns="0" rtlCol="0" anchor="t"/>
          <a:lstStyle/>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用私有評測與 RLE（強化學習環境）</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結合追蹤資料與企業知識</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持續迭代，產出你能完全掌控的客製模型</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資料與模型留在你的邊界內</a:t>
            </a:r>
            <a:endParaRPr lang="en-US" sz="1200" dirty="0"/>
          </a:p>
        </p:txBody>
      </p:sp>
      <p:sp>
        <p:nvSpPr>
          <p:cNvPr id="9" name="Shape 7"/>
          <p:cNvSpPr/>
          <p:nvPr/>
        </p:nvSpPr>
        <p:spPr>
          <a:xfrm>
            <a:off x="7406640" y="2194560"/>
            <a:ext cx="4144975" cy="3291840"/>
          </a:xfrm>
          <a:prstGeom prst="rect">
            <a:avLst/>
          </a:prstGeom>
          <a:solidFill>
            <a:srgbClr val="FFFFFF"/>
          </a:solidFill>
          <a:ln w="12700">
            <a:solidFill>
              <a:srgbClr val="E6E6E6"/>
            </a:solidFill>
            <a:prstDash val="solid"/>
          </a:ln>
          <a:effectLst>
            <a:outerShdw sx="100000" sy="100000" kx="0" ky="0" algn="bl" rotWithShape="0" blurRad="88900" dist="25400" dir="8100000">
              <a:srgbClr val="000000">
                <a:alpha val="12000"/>
              </a:srgbClr>
            </a:outerShdw>
          </a:effectLst>
        </p:spPr>
      </p:sp>
      <p:sp>
        <p:nvSpPr>
          <p:cNvPr id="10" name="Shape 8"/>
          <p:cNvSpPr/>
          <p:nvPr/>
        </p:nvSpPr>
        <p:spPr>
          <a:xfrm>
            <a:off x="7406640" y="2194560"/>
            <a:ext cx="4144975" cy="82296"/>
          </a:xfrm>
          <a:prstGeom prst="rect">
            <a:avLst/>
          </a:prstGeom>
          <a:solidFill>
            <a:srgbClr val="50E6FF"/>
          </a:solidFill>
          <a:ln/>
        </p:spPr>
      </p:sp>
      <p:sp>
        <p:nvSpPr>
          <p:cNvPr id="11" name="Text 9"/>
          <p:cNvSpPr/>
          <p:nvPr/>
        </p:nvSpPr>
        <p:spPr>
          <a:xfrm>
            <a:off x="7635240" y="2414016"/>
            <a:ext cx="3687775" cy="502920"/>
          </a:xfrm>
          <a:prstGeom prst="rect">
            <a:avLst/>
          </a:prstGeom>
          <a:noFill/>
          <a:ln/>
        </p:spPr>
        <p:txBody>
          <a:bodyPr wrap="square" lIns="0" tIns="0" rIns="0" bIns="0" rtlCol="0" anchor="t"/>
          <a:lstStyle/>
          <a:p>
            <a:pPr algn="l" indent="0" marL="0">
              <a:buNone/>
            </a:pPr>
            <a:r>
              <a:rPr lang="en-US" sz="1600" b="1" dirty="0">
                <a:solidFill>
                  <a:srgbClr val="243A5E"/>
                </a:solidFill>
                <a:latin typeface="Microsoft JhengHei UI" pitchFamily="34" charset="0"/>
                <a:ea typeface="Microsoft JhengHei UI" pitchFamily="34" charset="-122"/>
                <a:cs typeface="Microsoft JhengHei UI" pitchFamily="34" charset="-120"/>
              </a:rPr>
              <a:t>實例 — Land O'Lakes</a:t>
            </a:r>
            <a:endParaRPr lang="en-US" sz="1600" dirty="0"/>
          </a:p>
        </p:txBody>
      </p:sp>
      <p:sp>
        <p:nvSpPr>
          <p:cNvPr id="12" name="Text 10"/>
          <p:cNvSpPr/>
          <p:nvPr/>
        </p:nvSpPr>
        <p:spPr>
          <a:xfrm>
            <a:off x="7635240" y="2971800"/>
            <a:ext cx="3687775" cy="2331720"/>
          </a:xfrm>
          <a:prstGeom prst="rect">
            <a:avLst/>
          </a:prstGeom>
          <a:noFill/>
          <a:ln/>
        </p:spPr>
        <p:txBody>
          <a:bodyPr wrap="square" lIns="0" tIns="0" rIns="0" bIns="0" rtlCol="0" anchor="t"/>
          <a:lstStyle/>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準確率 &gt; 90%</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成本效率提升約 10 倍</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證明客製化的實際價值</a:t>
            </a:r>
            <a:endParaRPr lang="en-US" sz="1200" dirty="0"/>
          </a:p>
        </p:txBody>
      </p:sp>
      <p:sp>
        <p:nvSpPr>
          <p:cNvPr id="13" name="Shape 11"/>
          <p:cNvSpPr/>
          <p:nvPr/>
        </p:nvSpPr>
        <p:spPr>
          <a:xfrm>
            <a:off x="640080" y="5989320"/>
            <a:ext cx="10911535" cy="566928"/>
          </a:xfrm>
          <a:prstGeom prst="rect">
            <a:avLst/>
          </a:prstGeom>
          <a:solidFill>
            <a:srgbClr val="243A5E"/>
          </a:solidFill>
          <a:ln/>
        </p:spPr>
      </p:sp>
      <p:sp>
        <p:nvSpPr>
          <p:cNvPr id="14" name="Shape 12"/>
          <p:cNvSpPr/>
          <p:nvPr/>
        </p:nvSpPr>
        <p:spPr>
          <a:xfrm>
            <a:off x="640080" y="5989320"/>
            <a:ext cx="91440" cy="566928"/>
          </a:xfrm>
          <a:prstGeom prst="rect">
            <a:avLst/>
          </a:prstGeom>
          <a:solidFill>
            <a:srgbClr val="50E6FF"/>
          </a:solidFill>
          <a:ln/>
        </p:spPr>
      </p:sp>
      <p:sp>
        <p:nvSpPr>
          <p:cNvPr id="15" name="Text 13"/>
          <p:cNvSpPr/>
          <p:nvPr/>
        </p:nvSpPr>
        <p:spPr>
          <a:xfrm>
            <a:off x="914400" y="5989320"/>
            <a:ext cx="10454335" cy="566928"/>
          </a:xfrm>
          <a:prstGeom prst="rect">
            <a:avLst/>
          </a:prstGeom>
          <a:noFill/>
          <a:ln/>
        </p:spPr>
        <p:txBody>
          <a:bodyPr wrap="square" lIns="0" tIns="0" rIns="0" bIns="0" rtlCol="0" anchor="ctr"/>
          <a:lstStyle/>
          <a:p>
            <a:pPr algn="l" indent="0" marL="0">
              <a:buNone/>
            </a:pPr>
            <a:r>
              <a:rPr lang="en-US" sz="1300" b="1" dirty="0">
                <a:solidFill>
                  <a:srgbClr val="FFFFFF"/>
                </a:solidFill>
                <a:latin typeface="Microsoft JhengHei" pitchFamily="34" charset="0"/>
                <a:ea typeface="Microsoft JhengHei" pitchFamily="34" charset="-122"/>
                <a:cs typeface="Microsoft JhengHei" pitchFamily="34" charset="-120"/>
              </a:rPr>
              <a:t>企業可把自家資料變成競爭優勢，訓練出別人複製不了的專屬模型。</a:t>
            </a:r>
            <a:endParaRPr lang="en-US" sz="13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640080" y="411480"/>
            <a:ext cx="10911535" cy="822960"/>
          </a:xfrm>
          <a:prstGeom prst="rect">
            <a:avLst/>
          </a:prstGeom>
          <a:noFill/>
          <a:ln/>
        </p:spPr>
        <p:txBody>
          <a:bodyPr wrap="square" lIns="0" tIns="0" rIns="0" bIns="0" rtlCol="0" anchor="ctr"/>
          <a:lstStyle/>
          <a:p>
            <a:pPr algn="l" indent="0" marL="0">
              <a:buNone/>
            </a:pPr>
            <a:r>
              <a:rPr lang="en-US" sz="2600" b="1" dirty="0">
                <a:solidFill>
                  <a:srgbClr val="243A5E"/>
                </a:solidFill>
                <a:latin typeface="Microsoft JhengHei UI" pitchFamily="34" charset="0"/>
                <a:ea typeface="Microsoft JhengHei UI" pitchFamily="34" charset="-122"/>
                <a:cs typeface="Microsoft JhengHei UI" pitchFamily="34" charset="-120"/>
              </a:rPr>
              <a:t>MAI 模型家族：七款自有模型開始驅動 Copilot</a:t>
            </a:r>
            <a:endParaRPr lang="en-US" sz="2600" dirty="0"/>
          </a:p>
        </p:txBody>
      </p:sp>
      <p:sp>
        <p:nvSpPr>
          <p:cNvPr id="3" name="Shape 1"/>
          <p:cNvSpPr/>
          <p:nvPr/>
        </p:nvSpPr>
        <p:spPr>
          <a:xfrm>
            <a:off x="640080" y="1280160"/>
            <a:ext cx="1143000" cy="64008"/>
          </a:xfrm>
          <a:prstGeom prst="rect">
            <a:avLst/>
          </a:prstGeom>
          <a:solidFill>
            <a:srgbClr val="50E6FF"/>
          </a:solidFill>
          <a:ln/>
        </p:spPr>
      </p:sp>
      <p:sp>
        <p:nvSpPr>
          <p:cNvPr id="4" name="Text 2"/>
          <p:cNvSpPr/>
          <p:nvPr/>
        </p:nvSpPr>
        <p:spPr>
          <a:xfrm>
            <a:off x="640080" y="1389888"/>
            <a:ext cx="10911535" cy="411480"/>
          </a:xfrm>
          <a:prstGeom prst="rect">
            <a:avLst/>
          </a:prstGeom>
          <a:noFill/>
          <a:ln/>
        </p:spPr>
        <p:txBody>
          <a:bodyPr wrap="square" lIns="0" tIns="0" rIns="0" bIns="0" rtlCol="0" anchor="ctr"/>
          <a:lstStyle/>
          <a:p>
            <a:pPr algn="l" indent="0" marL="0">
              <a:buNone/>
            </a:pPr>
            <a:r>
              <a:rPr lang="en-US" sz="1300" dirty="0">
                <a:solidFill>
                  <a:srgbClr val="737373"/>
                </a:solidFill>
                <a:latin typeface="Microsoft JhengHei" pitchFamily="34" charset="0"/>
                <a:ea typeface="Microsoft JhengHei" pitchFamily="34" charset="-122"/>
                <a:cs typeface="Microsoft JhengHei" pitchFamily="34" charset="-120"/>
              </a:rPr>
              <a:t>以『人本超級智慧』為理念的自研模型</a:t>
            </a:r>
            <a:endParaRPr lang="en-US" sz="1300" dirty="0"/>
          </a:p>
        </p:txBody>
      </p:sp>
      <p:sp>
        <p:nvSpPr>
          <p:cNvPr id="5" name="Shape 3"/>
          <p:cNvSpPr/>
          <p:nvPr/>
        </p:nvSpPr>
        <p:spPr>
          <a:xfrm>
            <a:off x="640080" y="2286000"/>
            <a:ext cx="3393338" cy="1417320"/>
          </a:xfrm>
          <a:prstGeom prst="rect">
            <a:avLst/>
          </a:prstGeom>
          <a:solidFill>
            <a:srgbClr val="F3F6FA"/>
          </a:solidFill>
          <a:ln w="12700">
            <a:solidFill>
              <a:srgbClr val="E6E6E6"/>
            </a:solidFill>
            <a:prstDash val="solid"/>
          </a:ln>
          <a:effectLst>
            <a:outerShdw sx="100000" sy="100000" kx="0" ky="0" algn="bl" rotWithShape="0" blurRad="88900" dist="25400" dir="8100000">
              <a:srgbClr val="000000">
                <a:alpha val="12000"/>
              </a:srgbClr>
            </a:outerShdw>
          </a:effectLst>
        </p:spPr>
      </p:sp>
      <p:sp>
        <p:nvSpPr>
          <p:cNvPr id="6" name="Shape 4"/>
          <p:cNvSpPr/>
          <p:nvPr/>
        </p:nvSpPr>
        <p:spPr>
          <a:xfrm>
            <a:off x="640080" y="2286000"/>
            <a:ext cx="82296" cy="1417320"/>
          </a:xfrm>
          <a:prstGeom prst="rect">
            <a:avLst/>
          </a:prstGeom>
          <a:solidFill>
            <a:srgbClr val="0078D4"/>
          </a:solidFill>
          <a:ln/>
        </p:spPr>
      </p:sp>
      <p:sp>
        <p:nvSpPr>
          <p:cNvPr id="7" name="Text 5"/>
          <p:cNvSpPr/>
          <p:nvPr/>
        </p:nvSpPr>
        <p:spPr>
          <a:xfrm>
            <a:off x="896112" y="2542032"/>
            <a:ext cx="2936138" cy="548640"/>
          </a:xfrm>
          <a:prstGeom prst="rect">
            <a:avLst/>
          </a:prstGeom>
          <a:noFill/>
          <a:ln/>
        </p:spPr>
        <p:txBody>
          <a:bodyPr wrap="square" lIns="0" tIns="0" rIns="0" bIns="0" rtlCol="0" anchor="t"/>
          <a:lstStyle/>
          <a:p>
            <a:pPr indent="0" marL="0">
              <a:buNone/>
            </a:pPr>
            <a:r>
              <a:rPr lang="en-US" sz="1500" b="1" dirty="0">
                <a:solidFill>
                  <a:srgbClr val="243A5E"/>
                </a:solidFill>
                <a:latin typeface="Microsoft JhengHei UI" pitchFamily="34" charset="0"/>
                <a:ea typeface="Microsoft JhengHei UI" pitchFamily="34" charset="-122"/>
                <a:cs typeface="Microsoft JhengHei UI" pitchFamily="34" charset="-120"/>
              </a:rPr>
              <a:t>MAI Image 2.5 / Flash</a:t>
            </a:r>
            <a:endParaRPr lang="en-US" sz="1500" dirty="0"/>
          </a:p>
        </p:txBody>
      </p:sp>
      <p:sp>
        <p:nvSpPr>
          <p:cNvPr id="8" name="Text 6"/>
          <p:cNvSpPr/>
          <p:nvPr/>
        </p:nvSpPr>
        <p:spPr>
          <a:xfrm>
            <a:off x="896112" y="3127248"/>
            <a:ext cx="2936138" cy="457200"/>
          </a:xfrm>
          <a:prstGeom prst="rect">
            <a:avLst/>
          </a:prstGeom>
          <a:noFill/>
          <a:ln/>
        </p:spPr>
        <p:txBody>
          <a:bodyPr wrap="square" lIns="0" tIns="0" rIns="0" bIns="0" rtlCol="0" anchor="t"/>
          <a:lstStyle/>
          <a:p>
            <a:pPr indent="0" marL="0">
              <a:buNone/>
            </a:pPr>
            <a:r>
              <a:rPr lang="en-US" sz="1200" dirty="0">
                <a:solidFill>
                  <a:srgbClr val="737373"/>
                </a:solidFill>
                <a:latin typeface="Microsoft JhengHei" pitchFamily="34" charset="0"/>
                <a:ea typeface="Microsoft JhengHei" pitchFamily="34" charset="-122"/>
                <a:cs typeface="Microsoft JhengHei" pitchFamily="34" charset="-120"/>
              </a:rPr>
              <a:t>影像生成</a:t>
            </a:r>
            <a:endParaRPr lang="en-US" sz="1200" dirty="0"/>
          </a:p>
        </p:txBody>
      </p:sp>
      <p:sp>
        <p:nvSpPr>
          <p:cNvPr id="9" name="Shape 7"/>
          <p:cNvSpPr/>
          <p:nvPr/>
        </p:nvSpPr>
        <p:spPr>
          <a:xfrm>
            <a:off x="4399178" y="2286000"/>
            <a:ext cx="3393338" cy="1417320"/>
          </a:xfrm>
          <a:prstGeom prst="rect">
            <a:avLst/>
          </a:prstGeom>
          <a:solidFill>
            <a:srgbClr val="F3F6FA"/>
          </a:solidFill>
          <a:ln w="12700">
            <a:solidFill>
              <a:srgbClr val="E6E6E6"/>
            </a:solidFill>
            <a:prstDash val="solid"/>
          </a:ln>
          <a:effectLst>
            <a:outerShdw sx="100000" sy="100000" kx="0" ky="0" algn="bl" rotWithShape="0" blurRad="88900" dist="25400" dir="8100000">
              <a:srgbClr val="000000">
                <a:alpha val="12000"/>
              </a:srgbClr>
            </a:outerShdw>
          </a:effectLst>
        </p:spPr>
      </p:sp>
      <p:sp>
        <p:nvSpPr>
          <p:cNvPr id="10" name="Shape 8"/>
          <p:cNvSpPr/>
          <p:nvPr/>
        </p:nvSpPr>
        <p:spPr>
          <a:xfrm>
            <a:off x="4399178" y="2286000"/>
            <a:ext cx="82296" cy="1417320"/>
          </a:xfrm>
          <a:prstGeom prst="rect">
            <a:avLst/>
          </a:prstGeom>
          <a:solidFill>
            <a:srgbClr val="0078D4"/>
          </a:solidFill>
          <a:ln/>
        </p:spPr>
      </p:sp>
      <p:sp>
        <p:nvSpPr>
          <p:cNvPr id="11" name="Text 9"/>
          <p:cNvSpPr/>
          <p:nvPr/>
        </p:nvSpPr>
        <p:spPr>
          <a:xfrm>
            <a:off x="4655210" y="2542032"/>
            <a:ext cx="2936138" cy="548640"/>
          </a:xfrm>
          <a:prstGeom prst="rect">
            <a:avLst/>
          </a:prstGeom>
          <a:noFill/>
          <a:ln/>
        </p:spPr>
        <p:txBody>
          <a:bodyPr wrap="square" lIns="0" tIns="0" rIns="0" bIns="0" rtlCol="0" anchor="t"/>
          <a:lstStyle/>
          <a:p>
            <a:pPr indent="0" marL="0">
              <a:buNone/>
            </a:pPr>
            <a:r>
              <a:rPr lang="en-US" sz="1500" b="1" dirty="0">
                <a:solidFill>
                  <a:srgbClr val="243A5E"/>
                </a:solidFill>
                <a:latin typeface="Microsoft JhengHei UI" pitchFamily="34" charset="0"/>
                <a:ea typeface="Microsoft JhengHei UI" pitchFamily="34" charset="-122"/>
                <a:cs typeface="Microsoft JhengHei UI" pitchFamily="34" charset="-120"/>
              </a:rPr>
              <a:t>MAI Transcribe 1.5</a:t>
            </a:r>
            <a:endParaRPr lang="en-US" sz="1500" dirty="0"/>
          </a:p>
        </p:txBody>
      </p:sp>
      <p:sp>
        <p:nvSpPr>
          <p:cNvPr id="12" name="Text 10"/>
          <p:cNvSpPr/>
          <p:nvPr/>
        </p:nvSpPr>
        <p:spPr>
          <a:xfrm>
            <a:off x="4655210" y="3127248"/>
            <a:ext cx="2936138" cy="457200"/>
          </a:xfrm>
          <a:prstGeom prst="rect">
            <a:avLst/>
          </a:prstGeom>
          <a:noFill/>
          <a:ln/>
        </p:spPr>
        <p:txBody>
          <a:bodyPr wrap="square" lIns="0" tIns="0" rIns="0" bIns="0" rtlCol="0" anchor="t"/>
          <a:lstStyle/>
          <a:p>
            <a:pPr indent="0" marL="0">
              <a:buNone/>
            </a:pPr>
            <a:r>
              <a:rPr lang="en-US" sz="1200" dirty="0">
                <a:solidFill>
                  <a:srgbClr val="737373"/>
                </a:solidFill>
                <a:latin typeface="Microsoft JhengHei" pitchFamily="34" charset="0"/>
                <a:ea typeface="Microsoft JhengHei" pitchFamily="34" charset="-122"/>
                <a:cs typeface="Microsoft JhengHei" pitchFamily="34" charset="-120"/>
              </a:rPr>
              <a:t>語音轉文字</a:t>
            </a:r>
            <a:endParaRPr lang="en-US" sz="1200" dirty="0"/>
          </a:p>
        </p:txBody>
      </p:sp>
      <p:sp>
        <p:nvSpPr>
          <p:cNvPr id="13" name="Shape 11"/>
          <p:cNvSpPr/>
          <p:nvPr/>
        </p:nvSpPr>
        <p:spPr>
          <a:xfrm>
            <a:off x="8158277" y="2286000"/>
            <a:ext cx="3393338" cy="1417320"/>
          </a:xfrm>
          <a:prstGeom prst="rect">
            <a:avLst/>
          </a:prstGeom>
          <a:solidFill>
            <a:srgbClr val="F3F6FA"/>
          </a:solidFill>
          <a:ln w="12700">
            <a:solidFill>
              <a:srgbClr val="E6E6E6"/>
            </a:solidFill>
            <a:prstDash val="solid"/>
          </a:ln>
          <a:effectLst>
            <a:outerShdw sx="100000" sy="100000" kx="0" ky="0" algn="bl" rotWithShape="0" blurRad="88900" dist="25400" dir="8100000">
              <a:srgbClr val="000000">
                <a:alpha val="12000"/>
              </a:srgbClr>
            </a:outerShdw>
          </a:effectLst>
        </p:spPr>
      </p:sp>
      <p:sp>
        <p:nvSpPr>
          <p:cNvPr id="14" name="Shape 12"/>
          <p:cNvSpPr/>
          <p:nvPr/>
        </p:nvSpPr>
        <p:spPr>
          <a:xfrm>
            <a:off x="8158277" y="2286000"/>
            <a:ext cx="82296" cy="1417320"/>
          </a:xfrm>
          <a:prstGeom prst="rect">
            <a:avLst/>
          </a:prstGeom>
          <a:solidFill>
            <a:srgbClr val="0078D4"/>
          </a:solidFill>
          <a:ln/>
        </p:spPr>
      </p:sp>
      <p:sp>
        <p:nvSpPr>
          <p:cNvPr id="15" name="Text 13"/>
          <p:cNvSpPr/>
          <p:nvPr/>
        </p:nvSpPr>
        <p:spPr>
          <a:xfrm>
            <a:off x="8414309" y="2542032"/>
            <a:ext cx="2936138" cy="548640"/>
          </a:xfrm>
          <a:prstGeom prst="rect">
            <a:avLst/>
          </a:prstGeom>
          <a:noFill/>
          <a:ln/>
        </p:spPr>
        <p:txBody>
          <a:bodyPr wrap="square" lIns="0" tIns="0" rIns="0" bIns="0" rtlCol="0" anchor="t"/>
          <a:lstStyle/>
          <a:p>
            <a:pPr indent="0" marL="0">
              <a:buNone/>
            </a:pPr>
            <a:r>
              <a:rPr lang="en-US" sz="1500" b="1" dirty="0">
                <a:solidFill>
                  <a:srgbClr val="243A5E"/>
                </a:solidFill>
                <a:latin typeface="Microsoft JhengHei UI" pitchFamily="34" charset="0"/>
                <a:ea typeface="Microsoft JhengHei UI" pitchFamily="34" charset="-122"/>
                <a:cs typeface="Microsoft JhengHei UI" pitchFamily="34" charset="-120"/>
              </a:rPr>
              <a:t>MAI Voice 2 / Flash</a:t>
            </a:r>
            <a:endParaRPr lang="en-US" sz="1500" dirty="0"/>
          </a:p>
        </p:txBody>
      </p:sp>
      <p:sp>
        <p:nvSpPr>
          <p:cNvPr id="16" name="Text 14"/>
          <p:cNvSpPr/>
          <p:nvPr/>
        </p:nvSpPr>
        <p:spPr>
          <a:xfrm>
            <a:off x="8414309" y="3127248"/>
            <a:ext cx="2936138" cy="457200"/>
          </a:xfrm>
          <a:prstGeom prst="rect">
            <a:avLst/>
          </a:prstGeom>
          <a:noFill/>
          <a:ln/>
        </p:spPr>
        <p:txBody>
          <a:bodyPr wrap="square" lIns="0" tIns="0" rIns="0" bIns="0" rtlCol="0" anchor="t"/>
          <a:lstStyle/>
          <a:p>
            <a:pPr indent="0" marL="0">
              <a:buNone/>
            </a:pPr>
            <a:r>
              <a:rPr lang="en-US" sz="1200" dirty="0">
                <a:solidFill>
                  <a:srgbClr val="737373"/>
                </a:solidFill>
                <a:latin typeface="Microsoft JhengHei" pitchFamily="34" charset="0"/>
                <a:ea typeface="Microsoft JhengHei" pitchFamily="34" charset="-122"/>
                <a:cs typeface="Microsoft JhengHei" pitchFamily="34" charset="-120"/>
              </a:rPr>
              <a:t>語音合成</a:t>
            </a:r>
            <a:endParaRPr lang="en-US" sz="1200" dirty="0"/>
          </a:p>
        </p:txBody>
      </p:sp>
      <p:sp>
        <p:nvSpPr>
          <p:cNvPr id="17" name="Shape 15"/>
          <p:cNvSpPr/>
          <p:nvPr/>
        </p:nvSpPr>
        <p:spPr>
          <a:xfrm>
            <a:off x="640080" y="4023360"/>
            <a:ext cx="3393338" cy="1417320"/>
          </a:xfrm>
          <a:prstGeom prst="rect">
            <a:avLst/>
          </a:prstGeom>
          <a:solidFill>
            <a:srgbClr val="F3F6FA"/>
          </a:solidFill>
          <a:ln w="12700">
            <a:solidFill>
              <a:srgbClr val="E6E6E6"/>
            </a:solidFill>
            <a:prstDash val="solid"/>
          </a:ln>
          <a:effectLst>
            <a:outerShdw sx="100000" sy="100000" kx="0" ky="0" algn="bl" rotWithShape="0" blurRad="88900" dist="25400" dir="8100000">
              <a:srgbClr val="000000">
                <a:alpha val="12000"/>
              </a:srgbClr>
            </a:outerShdw>
          </a:effectLst>
        </p:spPr>
      </p:sp>
      <p:sp>
        <p:nvSpPr>
          <p:cNvPr id="18" name="Shape 16"/>
          <p:cNvSpPr/>
          <p:nvPr/>
        </p:nvSpPr>
        <p:spPr>
          <a:xfrm>
            <a:off x="640080" y="4023360"/>
            <a:ext cx="82296" cy="1417320"/>
          </a:xfrm>
          <a:prstGeom prst="rect">
            <a:avLst/>
          </a:prstGeom>
          <a:solidFill>
            <a:srgbClr val="0078D4"/>
          </a:solidFill>
          <a:ln/>
        </p:spPr>
      </p:sp>
      <p:sp>
        <p:nvSpPr>
          <p:cNvPr id="19" name="Text 17"/>
          <p:cNvSpPr/>
          <p:nvPr/>
        </p:nvSpPr>
        <p:spPr>
          <a:xfrm>
            <a:off x="896112" y="4279392"/>
            <a:ext cx="2936138" cy="548640"/>
          </a:xfrm>
          <a:prstGeom prst="rect">
            <a:avLst/>
          </a:prstGeom>
          <a:noFill/>
          <a:ln/>
        </p:spPr>
        <p:txBody>
          <a:bodyPr wrap="square" lIns="0" tIns="0" rIns="0" bIns="0" rtlCol="0" anchor="t"/>
          <a:lstStyle/>
          <a:p>
            <a:pPr indent="0" marL="0">
              <a:buNone/>
            </a:pPr>
            <a:r>
              <a:rPr lang="en-US" sz="1500" b="1" dirty="0">
                <a:solidFill>
                  <a:srgbClr val="243A5E"/>
                </a:solidFill>
                <a:latin typeface="Microsoft JhengHei UI" pitchFamily="34" charset="0"/>
                <a:ea typeface="Microsoft JhengHei UI" pitchFamily="34" charset="-122"/>
                <a:cs typeface="Microsoft JhengHei UI" pitchFamily="34" charset="-120"/>
              </a:rPr>
              <a:t>MAI Thinking 1</a:t>
            </a:r>
            <a:endParaRPr lang="en-US" sz="1500" dirty="0"/>
          </a:p>
        </p:txBody>
      </p:sp>
      <p:sp>
        <p:nvSpPr>
          <p:cNvPr id="20" name="Text 18"/>
          <p:cNvSpPr/>
          <p:nvPr/>
        </p:nvSpPr>
        <p:spPr>
          <a:xfrm>
            <a:off x="896112" y="4864608"/>
            <a:ext cx="2936138" cy="457200"/>
          </a:xfrm>
          <a:prstGeom prst="rect">
            <a:avLst/>
          </a:prstGeom>
          <a:noFill/>
          <a:ln/>
        </p:spPr>
        <p:txBody>
          <a:bodyPr wrap="square" lIns="0" tIns="0" rIns="0" bIns="0" rtlCol="0" anchor="t"/>
          <a:lstStyle/>
          <a:p>
            <a:pPr indent="0" marL="0">
              <a:buNone/>
            </a:pPr>
            <a:r>
              <a:rPr lang="en-US" sz="1200" dirty="0">
                <a:solidFill>
                  <a:srgbClr val="737373"/>
                </a:solidFill>
                <a:latin typeface="Microsoft JhengHei" pitchFamily="34" charset="0"/>
                <a:ea typeface="Microsoft JhengHei" pitchFamily="34" charset="-122"/>
                <a:cs typeface="Microsoft JhengHei" pitchFamily="34" charset="-120"/>
              </a:rPr>
              <a:t>推理模型</a:t>
            </a:r>
            <a:endParaRPr lang="en-US" sz="1200" dirty="0"/>
          </a:p>
        </p:txBody>
      </p:sp>
      <p:sp>
        <p:nvSpPr>
          <p:cNvPr id="21" name="Shape 19"/>
          <p:cNvSpPr/>
          <p:nvPr/>
        </p:nvSpPr>
        <p:spPr>
          <a:xfrm>
            <a:off x="4399178" y="4023360"/>
            <a:ext cx="3393338" cy="1417320"/>
          </a:xfrm>
          <a:prstGeom prst="rect">
            <a:avLst/>
          </a:prstGeom>
          <a:solidFill>
            <a:srgbClr val="F3F6FA"/>
          </a:solidFill>
          <a:ln w="12700">
            <a:solidFill>
              <a:srgbClr val="E6E6E6"/>
            </a:solidFill>
            <a:prstDash val="solid"/>
          </a:ln>
          <a:effectLst>
            <a:outerShdw sx="100000" sy="100000" kx="0" ky="0" algn="bl" rotWithShape="0" blurRad="88900" dist="25400" dir="8100000">
              <a:srgbClr val="000000">
                <a:alpha val="12000"/>
              </a:srgbClr>
            </a:outerShdw>
          </a:effectLst>
        </p:spPr>
      </p:sp>
      <p:sp>
        <p:nvSpPr>
          <p:cNvPr id="22" name="Shape 20"/>
          <p:cNvSpPr/>
          <p:nvPr/>
        </p:nvSpPr>
        <p:spPr>
          <a:xfrm>
            <a:off x="4399178" y="4023360"/>
            <a:ext cx="82296" cy="1417320"/>
          </a:xfrm>
          <a:prstGeom prst="rect">
            <a:avLst/>
          </a:prstGeom>
          <a:solidFill>
            <a:srgbClr val="50E6FF"/>
          </a:solidFill>
          <a:ln/>
        </p:spPr>
      </p:sp>
      <p:sp>
        <p:nvSpPr>
          <p:cNvPr id="23" name="Text 21"/>
          <p:cNvSpPr/>
          <p:nvPr/>
        </p:nvSpPr>
        <p:spPr>
          <a:xfrm>
            <a:off x="4655210" y="4279392"/>
            <a:ext cx="2936138" cy="548640"/>
          </a:xfrm>
          <a:prstGeom prst="rect">
            <a:avLst/>
          </a:prstGeom>
          <a:noFill/>
          <a:ln/>
        </p:spPr>
        <p:txBody>
          <a:bodyPr wrap="square" lIns="0" tIns="0" rIns="0" bIns="0" rtlCol="0" anchor="t"/>
          <a:lstStyle/>
          <a:p>
            <a:pPr indent="0" marL="0">
              <a:buNone/>
            </a:pPr>
            <a:r>
              <a:rPr lang="en-US" sz="1500" b="1" dirty="0">
                <a:solidFill>
                  <a:srgbClr val="243A5E"/>
                </a:solidFill>
                <a:latin typeface="Microsoft JhengHei UI" pitchFamily="34" charset="0"/>
                <a:ea typeface="Microsoft JhengHei UI" pitchFamily="34" charset="-122"/>
                <a:cs typeface="Microsoft JhengHei UI" pitchFamily="34" charset="-120"/>
              </a:rPr>
              <a:t>MAI Code 1 Flash</a:t>
            </a:r>
            <a:endParaRPr lang="en-US" sz="1500" dirty="0"/>
          </a:p>
        </p:txBody>
      </p:sp>
      <p:sp>
        <p:nvSpPr>
          <p:cNvPr id="24" name="Text 22"/>
          <p:cNvSpPr/>
          <p:nvPr/>
        </p:nvSpPr>
        <p:spPr>
          <a:xfrm>
            <a:off x="4655210" y="4864608"/>
            <a:ext cx="2936138" cy="457200"/>
          </a:xfrm>
          <a:prstGeom prst="rect">
            <a:avLst/>
          </a:prstGeom>
          <a:noFill/>
          <a:ln/>
        </p:spPr>
        <p:txBody>
          <a:bodyPr wrap="square" lIns="0" tIns="0" rIns="0" bIns="0" rtlCol="0" anchor="t"/>
          <a:lstStyle/>
          <a:p>
            <a:pPr indent="0" marL="0">
              <a:buNone/>
            </a:pPr>
            <a:r>
              <a:rPr lang="en-US" sz="1200" dirty="0">
                <a:solidFill>
                  <a:srgbClr val="737373"/>
                </a:solidFill>
                <a:latin typeface="Microsoft JhengHei" pitchFamily="34" charset="0"/>
                <a:ea typeface="Microsoft JhengHei" pitchFamily="34" charset="-122"/>
                <a:cs typeface="Microsoft JhengHei" pitchFamily="34" charset="-120"/>
              </a:rPr>
              <a:t>程式碼 — VS Code 推出中</a:t>
            </a:r>
            <a:endParaRPr lang="en-US" sz="1200" dirty="0"/>
          </a:p>
        </p:txBody>
      </p:sp>
      <p:sp>
        <p:nvSpPr>
          <p:cNvPr id="25" name="Shape 23"/>
          <p:cNvSpPr/>
          <p:nvPr/>
        </p:nvSpPr>
        <p:spPr>
          <a:xfrm>
            <a:off x="8158277" y="4023360"/>
            <a:ext cx="3393338" cy="1417320"/>
          </a:xfrm>
          <a:prstGeom prst="rect">
            <a:avLst/>
          </a:prstGeom>
          <a:solidFill>
            <a:srgbClr val="F3F6FA"/>
          </a:solidFill>
          <a:ln w="12700">
            <a:solidFill>
              <a:srgbClr val="E6E6E6"/>
            </a:solidFill>
            <a:prstDash val="solid"/>
          </a:ln>
          <a:effectLst>
            <a:outerShdw sx="100000" sy="100000" kx="0" ky="0" algn="bl" rotWithShape="0" blurRad="88900" dist="25400" dir="8100000">
              <a:srgbClr val="000000">
                <a:alpha val="12000"/>
              </a:srgbClr>
            </a:outerShdw>
          </a:effectLst>
        </p:spPr>
      </p:sp>
      <p:sp>
        <p:nvSpPr>
          <p:cNvPr id="26" name="Shape 24"/>
          <p:cNvSpPr/>
          <p:nvPr/>
        </p:nvSpPr>
        <p:spPr>
          <a:xfrm>
            <a:off x="8158277" y="4023360"/>
            <a:ext cx="82296" cy="1417320"/>
          </a:xfrm>
          <a:prstGeom prst="rect">
            <a:avLst/>
          </a:prstGeom>
          <a:solidFill>
            <a:srgbClr val="0078D4"/>
          </a:solidFill>
          <a:ln/>
        </p:spPr>
      </p:sp>
      <p:sp>
        <p:nvSpPr>
          <p:cNvPr id="27" name="Text 25"/>
          <p:cNvSpPr/>
          <p:nvPr/>
        </p:nvSpPr>
        <p:spPr>
          <a:xfrm>
            <a:off x="8414309" y="4279392"/>
            <a:ext cx="2936138" cy="548640"/>
          </a:xfrm>
          <a:prstGeom prst="rect">
            <a:avLst/>
          </a:prstGeom>
          <a:noFill/>
          <a:ln/>
        </p:spPr>
        <p:txBody>
          <a:bodyPr wrap="square" lIns="0" tIns="0" rIns="0" bIns="0" rtlCol="0" anchor="t"/>
          <a:lstStyle/>
          <a:p>
            <a:pPr indent="0" marL="0">
              <a:buNone/>
            </a:pPr>
            <a:r>
              <a:rPr lang="en-US" sz="1500" b="1" dirty="0">
                <a:solidFill>
                  <a:srgbClr val="243A5E"/>
                </a:solidFill>
                <a:latin typeface="Microsoft JhengHei UI" pitchFamily="34" charset="0"/>
                <a:ea typeface="Microsoft JhengHei UI" pitchFamily="34" charset="-122"/>
                <a:cs typeface="Microsoft JhengHei UI" pitchFamily="34" charset="-120"/>
              </a:rPr>
              <a:t>humanist superintelligence</a:t>
            </a:r>
            <a:endParaRPr lang="en-US" sz="1500" dirty="0"/>
          </a:p>
        </p:txBody>
      </p:sp>
      <p:sp>
        <p:nvSpPr>
          <p:cNvPr id="28" name="Text 26"/>
          <p:cNvSpPr/>
          <p:nvPr/>
        </p:nvSpPr>
        <p:spPr>
          <a:xfrm>
            <a:off x="8414309" y="4864608"/>
            <a:ext cx="2936138" cy="457200"/>
          </a:xfrm>
          <a:prstGeom prst="rect">
            <a:avLst/>
          </a:prstGeom>
          <a:noFill/>
          <a:ln/>
        </p:spPr>
        <p:txBody>
          <a:bodyPr wrap="square" lIns="0" tIns="0" rIns="0" bIns="0" rtlCol="0" anchor="t"/>
          <a:lstStyle/>
          <a:p>
            <a:pPr indent="0" marL="0">
              <a:buNone/>
            </a:pPr>
            <a:r>
              <a:rPr lang="en-US" sz="1200" dirty="0">
                <a:solidFill>
                  <a:srgbClr val="737373"/>
                </a:solidFill>
                <a:latin typeface="Microsoft JhengHei" pitchFamily="34" charset="0"/>
                <a:ea typeface="Microsoft JhengHei" pitchFamily="34" charset="-122"/>
                <a:cs typeface="Microsoft JhengHei" pitchFamily="34" charset="-120"/>
              </a:rPr>
              <a:t>設計理念</a:t>
            </a:r>
            <a:endParaRPr lang="en-US" sz="1200" dirty="0"/>
          </a:p>
        </p:txBody>
      </p:sp>
      <p:sp>
        <p:nvSpPr>
          <p:cNvPr id="29" name="Shape 27"/>
          <p:cNvSpPr/>
          <p:nvPr/>
        </p:nvSpPr>
        <p:spPr>
          <a:xfrm>
            <a:off x="640080" y="5989320"/>
            <a:ext cx="10911535" cy="566928"/>
          </a:xfrm>
          <a:prstGeom prst="rect">
            <a:avLst/>
          </a:prstGeom>
          <a:solidFill>
            <a:srgbClr val="243A5E"/>
          </a:solidFill>
          <a:ln/>
        </p:spPr>
      </p:sp>
      <p:sp>
        <p:nvSpPr>
          <p:cNvPr id="30" name="Shape 28"/>
          <p:cNvSpPr/>
          <p:nvPr/>
        </p:nvSpPr>
        <p:spPr>
          <a:xfrm>
            <a:off x="640080" y="5989320"/>
            <a:ext cx="91440" cy="566928"/>
          </a:xfrm>
          <a:prstGeom prst="rect">
            <a:avLst/>
          </a:prstGeom>
          <a:solidFill>
            <a:srgbClr val="50E6FF"/>
          </a:solidFill>
          <a:ln/>
        </p:spPr>
      </p:sp>
      <p:sp>
        <p:nvSpPr>
          <p:cNvPr id="31" name="Text 29"/>
          <p:cNvSpPr/>
          <p:nvPr/>
        </p:nvSpPr>
        <p:spPr>
          <a:xfrm>
            <a:off x="914400" y="5989320"/>
            <a:ext cx="10454335" cy="566928"/>
          </a:xfrm>
          <a:prstGeom prst="rect">
            <a:avLst/>
          </a:prstGeom>
          <a:noFill/>
          <a:ln/>
        </p:spPr>
        <p:txBody>
          <a:bodyPr wrap="square" lIns="0" tIns="0" rIns="0" bIns="0" rtlCol="0" anchor="ctr"/>
          <a:lstStyle/>
          <a:p>
            <a:pPr algn="l" indent="0" marL="0">
              <a:buNone/>
            </a:pPr>
            <a:r>
              <a:rPr lang="en-US" sz="1300" b="1" dirty="0">
                <a:solidFill>
                  <a:srgbClr val="FFFFFF"/>
                </a:solidFill>
                <a:latin typeface="Microsoft JhengHei" pitchFamily="34" charset="0"/>
                <a:ea typeface="Microsoft JhengHei" pitchFamily="34" charset="-122"/>
                <a:cs typeface="Microsoft JhengHei" pitchFamily="34" charset="-120"/>
              </a:rPr>
              <a:t>MAI Code 1 Flash 已開始於 VS Code 推出，自研模型逐步進入 Copilot 體驗。</a:t>
            </a:r>
            <a:endParaRPr lang="en-US" sz="13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640080" y="411480"/>
            <a:ext cx="10911535" cy="822960"/>
          </a:xfrm>
          <a:prstGeom prst="rect">
            <a:avLst/>
          </a:prstGeom>
          <a:noFill/>
          <a:ln/>
        </p:spPr>
        <p:txBody>
          <a:bodyPr wrap="square" lIns="0" tIns="0" rIns="0" bIns="0" rtlCol="0" anchor="ctr"/>
          <a:lstStyle/>
          <a:p>
            <a:pPr algn="l" indent="0" marL="0">
              <a:buNone/>
            </a:pPr>
            <a:r>
              <a:rPr lang="en-US" sz="2600" b="1" dirty="0">
                <a:solidFill>
                  <a:srgbClr val="243A5E"/>
                </a:solidFill>
                <a:latin typeface="Microsoft JhengHei UI" pitchFamily="34" charset="0"/>
                <a:ea typeface="Microsoft JhengHei UI" pitchFamily="34" charset="-122"/>
                <a:cs typeface="Microsoft JhengHei UI" pitchFamily="34" charset="-120"/>
              </a:rPr>
              <a:t>GitHub Copilot app：開發與維運的代理總部</a:t>
            </a:r>
            <a:endParaRPr lang="en-US" sz="2600" dirty="0"/>
          </a:p>
        </p:txBody>
      </p:sp>
      <p:sp>
        <p:nvSpPr>
          <p:cNvPr id="3" name="Shape 1"/>
          <p:cNvSpPr/>
          <p:nvPr/>
        </p:nvSpPr>
        <p:spPr>
          <a:xfrm>
            <a:off x="640080" y="1280160"/>
            <a:ext cx="1143000" cy="64008"/>
          </a:xfrm>
          <a:prstGeom prst="rect">
            <a:avLst/>
          </a:prstGeom>
          <a:solidFill>
            <a:srgbClr val="50E6FF"/>
          </a:solidFill>
          <a:ln/>
        </p:spPr>
      </p:sp>
      <p:sp>
        <p:nvSpPr>
          <p:cNvPr id="4" name="Text 2"/>
          <p:cNvSpPr/>
          <p:nvPr/>
        </p:nvSpPr>
        <p:spPr>
          <a:xfrm>
            <a:off x="640080" y="1389888"/>
            <a:ext cx="10911535" cy="411480"/>
          </a:xfrm>
          <a:prstGeom prst="rect">
            <a:avLst/>
          </a:prstGeom>
          <a:noFill/>
          <a:ln/>
        </p:spPr>
        <p:txBody>
          <a:bodyPr wrap="square" lIns="0" tIns="0" rIns="0" bIns="0" rtlCol="0" anchor="ctr"/>
          <a:lstStyle/>
          <a:p>
            <a:pPr algn="l" indent="0" marL="0">
              <a:buNone/>
            </a:pPr>
            <a:r>
              <a:rPr lang="en-US" sz="1300" dirty="0">
                <a:solidFill>
                  <a:srgbClr val="737373"/>
                </a:solidFill>
                <a:latin typeface="Microsoft JhengHei" pitchFamily="34" charset="0"/>
                <a:ea typeface="Microsoft JhengHei" pitchFamily="34" charset="-122"/>
                <a:cs typeface="Microsoft JhengHei" pitchFamily="34" charset="-120"/>
              </a:rPr>
              <a:t>全新 app — 從寫程式延伸到維運</a:t>
            </a:r>
            <a:endParaRPr lang="en-US" sz="1300" dirty="0"/>
          </a:p>
        </p:txBody>
      </p:sp>
      <p:sp>
        <p:nvSpPr>
          <p:cNvPr id="5" name="Shape 3"/>
          <p:cNvSpPr/>
          <p:nvPr/>
        </p:nvSpPr>
        <p:spPr>
          <a:xfrm>
            <a:off x="640080" y="2194560"/>
            <a:ext cx="3393338" cy="3291840"/>
          </a:xfrm>
          <a:prstGeom prst="rect">
            <a:avLst/>
          </a:prstGeom>
          <a:solidFill>
            <a:srgbClr val="FFFFFF"/>
          </a:solidFill>
          <a:ln w="12700">
            <a:solidFill>
              <a:srgbClr val="E6E6E6"/>
            </a:solidFill>
            <a:prstDash val="solid"/>
          </a:ln>
          <a:effectLst>
            <a:outerShdw sx="100000" sy="100000" kx="0" ky="0" algn="bl" rotWithShape="0" blurRad="88900" dist="25400" dir="8100000">
              <a:srgbClr val="000000">
                <a:alpha val="12000"/>
              </a:srgbClr>
            </a:outerShdw>
          </a:effectLst>
        </p:spPr>
      </p:sp>
      <p:sp>
        <p:nvSpPr>
          <p:cNvPr id="6" name="Shape 4"/>
          <p:cNvSpPr/>
          <p:nvPr/>
        </p:nvSpPr>
        <p:spPr>
          <a:xfrm>
            <a:off x="640080" y="2194560"/>
            <a:ext cx="3393338" cy="82296"/>
          </a:xfrm>
          <a:prstGeom prst="rect">
            <a:avLst/>
          </a:prstGeom>
          <a:solidFill>
            <a:srgbClr val="0078D4"/>
          </a:solidFill>
          <a:ln/>
        </p:spPr>
      </p:sp>
      <p:sp>
        <p:nvSpPr>
          <p:cNvPr id="7" name="Text 5"/>
          <p:cNvSpPr/>
          <p:nvPr/>
        </p:nvSpPr>
        <p:spPr>
          <a:xfrm>
            <a:off x="868680" y="2414016"/>
            <a:ext cx="2936138" cy="502920"/>
          </a:xfrm>
          <a:prstGeom prst="rect">
            <a:avLst/>
          </a:prstGeom>
          <a:noFill/>
          <a:ln/>
        </p:spPr>
        <p:txBody>
          <a:bodyPr wrap="square" lIns="0" tIns="0" rIns="0" bIns="0" rtlCol="0" anchor="t"/>
          <a:lstStyle/>
          <a:p>
            <a:pPr algn="l" indent="0" marL="0">
              <a:buNone/>
            </a:pPr>
            <a:r>
              <a:rPr lang="en-US" sz="1600" b="1" dirty="0">
                <a:solidFill>
                  <a:srgbClr val="243A5E"/>
                </a:solidFill>
                <a:latin typeface="Microsoft JhengHei UI" pitchFamily="34" charset="0"/>
                <a:ea typeface="Microsoft JhengHei UI" pitchFamily="34" charset="-122"/>
                <a:cs typeface="Microsoft JhengHei UI" pitchFamily="34" charset="-120"/>
              </a:rPr>
              <a:t>平行代理工作階段</a:t>
            </a:r>
            <a:endParaRPr lang="en-US" sz="1600" dirty="0"/>
          </a:p>
        </p:txBody>
      </p:sp>
      <p:sp>
        <p:nvSpPr>
          <p:cNvPr id="8" name="Text 6"/>
          <p:cNvSpPr/>
          <p:nvPr/>
        </p:nvSpPr>
        <p:spPr>
          <a:xfrm>
            <a:off x="868680" y="2971800"/>
            <a:ext cx="2936138" cy="2331720"/>
          </a:xfrm>
          <a:prstGeom prst="rect">
            <a:avLst/>
          </a:prstGeom>
          <a:noFill/>
          <a:ln/>
        </p:spPr>
        <p:txBody>
          <a:bodyPr wrap="square" lIns="0" tIns="0" rIns="0" bIns="0" rtlCol="0" anchor="t"/>
          <a:lstStyle/>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以 Git work trees 平行運行</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支援 agent merge</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多任務同時推進</a:t>
            </a:r>
            <a:endParaRPr lang="en-US" sz="1200" dirty="0"/>
          </a:p>
        </p:txBody>
      </p:sp>
      <p:sp>
        <p:nvSpPr>
          <p:cNvPr id="9" name="Shape 7"/>
          <p:cNvSpPr/>
          <p:nvPr/>
        </p:nvSpPr>
        <p:spPr>
          <a:xfrm>
            <a:off x="4399178" y="2194560"/>
            <a:ext cx="3393338" cy="3291840"/>
          </a:xfrm>
          <a:prstGeom prst="rect">
            <a:avLst/>
          </a:prstGeom>
          <a:solidFill>
            <a:srgbClr val="FFFFFF"/>
          </a:solidFill>
          <a:ln w="12700">
            <a:solidFill>
              <a:srgbClr val="E6E6E6"/>
            </a:solidFill>
            <a:prstDash val="solid"/>
          </a:ln>
          <a:effectLst>
            <a:outerShdw sx="100000" sy="100000" kx="0" ky="0" algn="bl" rotWithShape="0" blurRad="88900" dist="25400" dir="8100000">
              <a:srgbClr val="000000">
                <a:alpha val="12000"/>
              </a:srgbClr>
            </a:outerShdw>
          </a:effectLst>
        </p:spPr>
      </p:sp>
      <p:sp>
        <p:nvSpPr>
          <p:cNvPr id="10" name="Shape 8"/>
          <p:cNvSpPr/>
          <p:nvPr/>
        </p:nvSpPr>
        <p:spPr>
          <a:xfrm>
            <a:off x="4399178" y="2194560"/>
            <a:ext cx="3393338" cy="82296"/>
          </a:xfrm>
          <a:prstGeom prst="rect">
            <a:avLst/>
          </a:prstGeom>
          <a:solidFill>
            <a:srgbClr val="008575"/>
          </a:solidFill>
          <a:ln/>
        </p:spPr>
      </p:sp>
      <p:sp>
        <p:nvSpPr>
          <p:cNvPr id="11" name="Text 9"/>
          <p:cNvSpPr/>
          <p:nvPr/>
        </p:nvSpPr>
        <p:spPr>
          <a:xfrm>
            <a:off x="4627778" y="2414016"/>
            <a:ext cx="2936138" cy="502920"/>
          </a:xfrm>
          <a:prstGeom prst="rect">
            <a:avLst/>
          </a:prstGeom>
          <a:noFill/>
          <a:ln/>
        </p:spPr>
        <p:txBody>
          <a:bodyPr wrap="square" lIns="0" tIns="0" rIns="0" bIns="0" rtlCol="0" anchor="t"/>
          <a:lstStyle/>
          <a:p>
            <a:pPr algn="l" indent="0" marL="0">
              <a:buNone/>
            </a:pPr>
            <a:r>
              <a:rPr lang="en-US" sz="1600" b="1" dirty="0">
                <a:solidFill>
                  <a:srgbClr val="243A5E"/>
                </a:solidFill>
                <a:latin typeface="Microsoft JhengHei UI" pitchFamily="34" charset="0"/>
                <a:ea typeface="Microsoft JhengHei UI" pitchFamily="34" charset="-122"/>
                <a:cs typeface="Microsoft JhengHei UI" pitchFamily="34" charset="-120"/>
              </a:rPr>
              <a:t>Canvas 與多模型</a:t>
            </a:r>
            <a:endParaRPr lang="en-US" sz="1600" dirty="0"/>
          </a:p>
        </p:txBody>
      </p:sp>
      <p:sp>
        <p:nvSpPr>
          <p:cNvPr id="12" name="Text 10"/>
          <p:cNvSpPr/>
          <p:nvPr/>
        </p:nvSpPr>
        <p:spPr>
          <a:xfrm>
            <a:off x="4627778" y="2971800"/>
            <a:ext cx="2936138" cy="2331720"/>
          </a:xfrm>
          <a:prstGeom prst="rect">
            <a:avLst/>
          </a:prstGeom>
          <a:noFill/>
          <a:ln/>
        </p:spPr>
        <p:txBody>
          <a:bodyPr wrap="square" lIns="0" tIns="0" rIns="0" bIns="0" rtlCol="0" anchor="t"/>
          <a:lstStyle/>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Canvas：自訂代理 UI</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OpenAI / Claude Opus 4.8 / Google</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跨模型 rubber-duck 審查</a:t>
            </a:r>
            <a:endParaRPr lang="en-US" sz="1200" dirty="0"/>
          </a:p>
        </p:txBody>
      </p:sp>
      <p:sp>
        <p:nvSpPr>
          <p:cNvPr id="13" name="Shape 11"/>
          <p:cNvSpPr/>
          <p:nvPr/>
        </p:nvSpPr>
        <p:spPr>
          <a:xfrm>
            <a:off x="8158277" y="2194560"/>
            <a:ext cx="3393338" cy="3291840"/>
          </a:xfrm>
          <a:prstGeom prst="rect">
            <a:avLst/>
          </a:prstGeom>
          <a:solidFill>
            <a:srgbClr val="FFFFFF"/>
          </a:solidFill>
          <a:ln w="12700">
            <a:solidFill>
              <a:srgbClr val="E6E6E6"/>
            </a:solidFill>
            <a:prstDash val="solid"/>
          </a:ln>
          <a:effectLst>
            <a:outerShdw sx="100000" sy="100000" kx="0" ky="0" algn="bl" rotWithShape="0" blurRad="88900" dist="25400" dir="8100000">
              <a:srgbClr val="000000">
                <a:alpha val="12000"/>
              </a:srgbClr>
            </a:outerShdw>
          </a:effectLst>
        </p:spPr>
      </p:sp>
      <p:sp>
        <p:nvSpPr>
          <p:cNvPr id="14" name="Shape 12"/>
          <p:cNvSpPr/>
          <p:nvPr/>
        </p:nvSpPr>
        <p:spPr>
          <a:xfrm>
            <a:off x="8158277" y="2194560"/>
            <a:ext cx="3393338" cy="82296"/>
          </a:xfrm>
          <a:prstGeom prst="rect">
            <a:avLst/>
          </a:prstGeom>
          <a:solidFill>
            <a:srgbClr val="243A5E"/>
          </a:solidFill>
          <a:ln/>
        </p:spPr>
      </p:sp>
      <p:sp>
        <p:nvSpPr>
          <p:cNvPr id="15" name="Text 13"/>
          <p:cNvSpPr/>
          <p:nvPr/>
        </p:nvSpPr>
        <p:spPr>
          <a:xfrm>
            <a:off x="8386877" y="2414016"/>
            <a:ext cx="2936138" cy="502920"/>
          </a:xfrm>
          <a:prstGeom prst="rect">
            <a:avLst/>
          </a:prstGeom>
          <a:noFill/>
          <a:ln/>
        </p:spPr>
        <p:txBody>
          <a:bodyPr wrap="square" lIns="0" tIns="0" rIns="0" bIns="0" rtlCol="0" anchor="t"/>
          <a:lstStyle/>
          <a:p>
            <a:pPr algn="l" indent="0" marL="0">
              <a:buNone/>
            </a:pPr>
            <a:r>
              <a:rPr lang="en-US" sz="1600" b="1" dirty="0">
                <a:solidFill>
                  <a:srgbClr val="243A5E"/>
                </a:solidFill>
                <a:latin typeface="Microsoft JhengHei UI" pitchFamily="34" charset="0"/>
                <a:ea typeface="Microsoft JhengHei UI" pitchFamily="34" charset="-122"/>
                <a:cs typeface="Microsoft JhengHei UI" pitchFamily="34" charset="-120"/>
              </a:rPr>
              <a:t>整合體驗</a:t>
            </a:r>
            <a:endParaRPr lang="en-US" sz="1600" dirty="0"/>
          </a:p>
        </p:txBody>
      </p:sp>
      <p:sp>
        <p:nvSpPr>
          <p:cNvPr id="16" name="Text 14"/>
          <p:cNvSpPr/>
          <p:nvPr/>
        </p:nvSpPr>
        <p:spPr>
          <a:xfrm>
            <a:off x="8386877" y="2971800"/>
            <a:ext cx="2936138" cy="2331720"/>
          </a:xfrm>
          <a:prstGeom prst="rect">
            <a:avLst/>
          </a:prstGeom>
          <a:noFill/>
          <a:ln/>
        </p:spPr>
        <p:txBody>
          <a:bodyPr wrap="square" lIns="0" tIns="0" rIns="0" bIns="0" rtlCol="0" anchor="t"/>
          <a:lstStyle/>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開發者的代理總部</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從程式延伸到維運</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與 Copilot 超級應用串接</a:t>
            </a:r>
            <a:endParaRPr lang="en-US" sz="1200" dirty="0"/>
          </a:p>
        </p:txBody>
      </p:sp>
      <p:sp>
        <p:nvSpPr>
          <p:cNvPr id="17" name="Shape 15"/>
          <p:cNvSpPr/>
          <p:nvPr/>
        </p:nvSpPr>
        <p:spPr>
          <a:xfrm>
            <a:off x="640080" y="5989320"/>
            <a:ext cx="10911535" cy="566928"/>
          </a:xfrm>
          <a:prstGeom prst="rect">
            <a:avLst/>
          </a:prstGeom>
          <a:solidFill>
            <a:srgbClr val="243A5E"/>
          </a:solidFill>
          <a:ln/>
        </p:spPr>
      </p:sp>
      <p:sp>
        <p:nvSpPr>
          <p:cNvPr id="18" name="Shape 16"/>
          <p:cNvSpPr/>
          <p:nvPr/>
        </p:nvSpPr>
        <p:spPr>
          <a:xfrm>
            <a:off x="640080" y="5989320"/>
            <a:ext cx="91440" cy="566928"/>
          </a:xfrm>
          <a:prstGeom prst="rect">
            <a:avLst/>
          </a:prstGeom>
          <a:solidFill>
            <a:srgbClr val="50E6FF"/>
          </a:solidFill>
          <a:ln/>
        </p:spPr>
      </p:sp>
      <p:sp>
        <p:nvSpPr>
          <p:cNvPr id="19" name="Text 17"/>
          <p:cNvSpPr/>
          <p:nvPr/>
        </p:nvSpPr>
        <p:spPr>
          <a:xfrm>
            <a:off x="914400" y="5989320"/>
            <a:ext cx="10454335" cy="566928"/>
          </a:xfrm>
          <a:prstGeom prst="rect">
            <a:avLst/>
          </a:prstGeom>
          <a:noFill/>
          <a:ln/>
        </p:spPr>
        <p:txBody>
          <a:bodyPr wrap="square" lIns="0" tIns="0" rIns="0" bIns="0" rtlCol="0" anchor="ctr"/>
          <a:lstStyle/>
          <a:p>
            <a:pPr algn="l" indent="0" marL="0">
              <a:buNone/>
            </a:pPr>
            <a:r>
              <a:rPr lang="en-US" sz="1300" b="1" dirty="0">
                <a:solidFill>
                  <a:srgbClr val="FFFFFF"/>
                </a:solidFill>
                <a:latin typeface="Microsoft JhengHei" pitchFamily="34" charset="0"/>
                <a:ea typeface="Microsoft JhengHei" pitchFamily="34" charset="-122"/>
                <a:cs typeface="Microsoft JhengHei" pitchFamily="34" charset="-120"/>
              </a:rPr>
              <a:t>多模型、平行代理、可自訂 UI — GitHub Copilot 成為開發者的代理作業中心。</a:t>
            </a:r>
            <a:endParaRPr lang="en-US" sz="13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640080" y="411480"/>
            <a:ext cx="10911535" cy="822960"/>
          </a:xfrm>
          <a:prstGeom prst="rect">
            <a:avLst/>
          </a:prstGeom>
          <a:noFill/>
          <a:ln/>
        </p:spPr>
        <p:txBody>
          <a:bodyPr wrap="square" lIns="0" tIns="0" rIns="0" bIns="0" rtlCol="0" anchor="ctr"/>
          <a:lstStyle/>
          <a:p>
            <a:pPr algn="l" indent="0" marL="0">
              <a:buNone/>
            </a:pPr>
            <a:r>
              <a:rPr lang="en-US" sz="2600" b="1" dirty="0">
                <a:solidFill>
                  <a:srgbClr val="243A5E"/>
                </a:solidFill>
                <a:latin typeface="Microsoft JhengHei UI" pitchFamily="34" charset="0"/>
                <a:ea typeface="Microsoft JhengHei UI" pitchFamily="34" charset="-122"/>
                <a:cs typeface="Microsoft JhengHei UI" pitchFamily="34" charset="-120"/>
              </a:rPr>
              <a:t>重點整理：Copilot 的下一步與客戶意涵</a:t>
            </a:r>
            <a:endParaRPr lang="en-US" sz="2600" dirty="0"/>
          </a:p>
        </p:txBody>
      </p:sp>
      <p:sp>
        <p:nvSpPr>
          <p:cNvPr id="3" name="Shape 1"/>
          <p:cNvSpPr/>
          <p:nvPr/>
        </p:nvSpPr>
        <p:spPr>
          <a:xfrm>
            <a:off x="640080" y="1280160"/>
            <a:ext cx="1143000" cy="64008"/>
          </a:xfrm>
          <a:prstGeom prst="rect">
            <a:avLst/>
          </a:prstGeom>
          <a:solidFill>
            <a:srgbClr val="50E6FF"/>
          </a:solidFill>
          <a:ln/>
        </p:spPr>
      </p:sp>
      <p:sp>
        <p:nvSpPr>
          <p:cNvPr id="4" name="Text 2"/>
          <p:cNvSpPr/>
          <p:nvPr/>
        </p:nvSpPr>
        <p:spPr>
          <a:xfrm>
            <a:off x="640080" y="1389888"/>
            <a:ext cx="10911535" cy="411480"/>
          </a:xfrm>
          <a:prstGeom prst="rect">
            <a:avLst/>
          </a:prstGeom>
          <a:noFill/>
          <a:ln/>
        </p:spPr>
        <p:txBody>
          <a:bodyPr wrap="square" lIns="0" tIns="0" rIns="0" bIns="0" rtlCol="0" anchor="ctr"/>
          <a:lstStyle/>
          <a:p>
            <a:pPr algn="l" indent="0" marL="0">
              <a:buNone/>
            </a:pPr>
            <a:r>
              <a:rPr lang="en-US" sz="1300" dirty="0">
                <a:solidFill>
                  <a:srgbClr val="737373"/>
                </a:solidFill>
                <a:latin typeface="Microsoft JhengHei" pitchFamily="34" charset="0"/>
                <a:ea typeface="Microsoft JhengHei" pitchFamily="34" charset="-122"/>
                <a:cs typeface="Microsoft JhengHei" pitchFamily="34" charset="-120"/>
              </a:rPr>
              <a:t>給 OEM / ODM 客戶經營的行動方向</a:t>
            </a:r>
            <a:endParaRPr lang="en-US" sz="1300" dirty="0"/>
          </a:p>
        </p:txBody>
      </p:sp>
      <p:sp>
        <p:nvSpPr>
          <p:cNvPr id="5" name="Shape 3"/>
          <p:cNvSpPr/>
          <p:nvPr/>
        </p:nvSpPr>
        <p:spPr>
          <a:xfrm>
            <a:off x="640080" y="2194560"/>
            <a:ext cx="6400800" cy="3291840"/>
          </a:xfrm>
          <a:prstGeom prst="rect">
            <a:avLst/>
          </a:prstGeom>
          <a:solidFill>
            <a:srgbClr val="FFFFFF"/>
          </a:solidFill>
          <a:ln w="12700">
            <a:solidFill>
              <a:srgbClr val="E6E6E6"/>
            </a:solidFill>
            <a:prstDash val="solid"/>
          </a:ln>
          <a:effectLst>
            <a:outerShdw sx="100000" sy="100000" kx="0" ky="0" algn="bl" rotWithShape="0" blurRad="88900" dist="25400" dir="8100000">
              <a:srgbClr val="000000">
                <a:alpha val="12000"/>
              </a:srgbClr>
            </a:outerShdw>
          </a:effectLst>
        </p:spPr>
      </p:sp>
      <p:sp>
        <p:nvSpPr>
          <p:cNvPr id="6" name="Shape 4"/>
          <p:cNvSpPr/>
          <p:nvPr/>
        </p:nvSpPr>
        <p:spPr>
          <a:xfrm>
            <a:off x="640080" y="2194560"/>
            <a:ext cx="6400800" cy="82296"/>
          </a:xfrm>
          <a:prstGeom prst="rect">
            <a:avLst/>
          </a:prstGeom>
          <a:solidFill>
            <a:srgbClr val="0078D4"/>
          </a:solidFill>
          <a:ln/>
        </p:spPr>
      </p:sp>
      <p:sp>
        <p:nvSpPr>
          <p:cNvPr id="7" name="Text 5"/>
          <p:cNvSpPr/>
          <p:nvPr/>
        </p:nvSpPr>
        <p:spPr>
          <a:xfrm>
            <a:off x="868680" y="2414016"/>
            <a:ext cx="5943600" cy="502920"/>
          </a:xfrm>
          <a:prstGeom prst="rect">
            <a:avLst/>
          </a:prstGeom>
          <a:noFill/>
          <a:ln/>
        </p:spPr>
        <p:txBody>
          <a:bodyPr wrap="square" lIns="0" tIns="0" rIns="0" bIns="0" rtlCol="0" anchor="t"/>
          <a:lstStyle/>
          <a:p>
            <a:pPr algn="l" indent="0" marL="0">
              <a:buNone/>
            </a:pPr>
            <a:r>
              <a:rPr lang="en-US" sz="1600" b="1" dirty="0">
                <a:solidFill>
                  <a:srgbClr val="243A5E"/>
                </a:solidFill>
                <a:latin typeface="Microsoft JhengHei UI" pitchFamily="34" charset="0"/>
                <a:ea typeface="Microsoft JhengHei UI" pitchFamily="34" charset="-122"/>
                <a:cs typeface="Microsoft JhengHei UI" pitchFamily="34" charset="-120"/>
              </a:rPr>
              <a:t>三個重點</a:t>
            </a:r>
            <a:endParaRPr lang="en-US" sz="1600" dirty="0"/>
          </a:p>
        </p:txBody>
      </p:sp>
      <p:sp>
        <p:nvSpPr>
          <p:cNvPr id="8" name="Text 6"/>
          <p:cNvSpPr/>
          <p:nvPr/>
        </p:nvSpPr>
        <p:spPr>
          <a:xfrm>
            <a:off x="868680" y="2971800"/>
            <a:ext cx="5943600" cy="2331720"/>
          </a:xfrm>
          <a:prstGeom prst="rect">
            <a:avLst/>
          </a:prstGeom>
          <a:noFill/>
          <a:ln/>
        </p:spPr>
        <p:txBody>
          <a:bodyPr wrap="square" lIns="0" tIns="0" rIns="0" bIns="0" rtlCol="0" anchor="t"/>
          <a:lstStyle/>
          <a:p>
            <a:pPr algn="l" marL="177800" indent="-177800">
              <a:spcAft>
                <a:spcPts val="600"/>
              </a:spcAft>
              <a:buSzPct val="100000"/>
              <a:buChar char="•"/>
            </a:pPr>
            <a:r>
              <a:rPr lang="en-US" sz="1300" dirty="0">
                <a:solidFill>
                  <a:srgbClr val="404040"/>
                </a:solidFill>
                <a:latin typeface="Microsoft JhengHei" pitchFamily="34" charset="0"/>
                <a:ea typeface="Microsoft JhengHei" pitchFamily="34" charset="-122"/>
                <a:cs typeface="Microsoft JhengHei" pitchFamily="34" charset="-120"/>
              </a:rPr>
              <a:t>Copilot 收斂為單一超級應用，並引入可治理的 Autopilots</a:t>
            </a:r>
            <a:endParaRPr lang="en-US" sz="1300" dirty="0"/>
          </a:p>
          <a:p>
            <a:pPr algn="l" marL="177800" indent="-177800">
              <a:spcAft>
                <a:spcPts val="600"/>
              </a:spcAft>
              <a:buSzPct val="100000"/>
              <a:buChar char="•"/>
            </a:pPr>
            <a:r>
              <a:rPr lang="en-US" sz="1300" dirty="0">
                <a:solidFill>
                  <a:srgbClr val="404040"/>
                </a:solidFill>
                <a:latin typeface="Microsoft JhengHei" pitchFamily="34" charset="0"/>
                <a:ea typeface="Microsoft JhengHei" pitchFamily="34" charset="-122"/>
                <a:cs typeface="Microsoft JhengHei" pitchFamily="34" charset="-120"/>
              </a:rPr>
              <a:t>Microsoft IQ + Agent 365 + Foundry = 接地、治理、執行底座</a:t>
            </a:r>
            <a:endParaRPr lang="en-US" sz="1300" dirty="0"/>
          </a:p>
          <a:p>
            <a:pPr algn="l" marL="177800" indent="-177800">
              <a:spcAft>
                <a:spcPts val="600"/>
              </a:spcAft>
              <a:buSzPct val="100000"/>
              <a:buChar char="•"/>
            </a:pPr>
            <a:r>
              <a:rPr lang="en-US" sz="1300" dirty="0">
                <a:solidFill>
                  <a:srgbClr val="404040"/>
                </a:solidFill>
                <a:latin typeface="Microsoft JhengHei" pitchFamily="34" charset="0"/>
                <a:ea typeface="Microsoft JhengHei" pitchFamily="34" charset="-122"/>
                <a:cs typeface="Microsoft JhengHei" pitchFamily="34" charset="-120"/>
              </a:rPr>
              <a:t>Frontier Tuning 讓企業打造可掌控的專屬模型</a:t>
            </a:r>
            <a:endParaRPr lang="en-US" sz="1300" dirty="0"/>
          </a:p>
        </p:txBody>
      </p:sp>
      <p:sp>
        <p:nvSpPr>
          <p:cNvPr id="9" name="Shape 7"/>
          <p:cNvSpPr/>
          <p:nvPr/>
        </p:nvSpPr>
        <p:spPr>
          <a:xfrm>
            <a:off x="7406640" y="2194560"/>
            <a:ext cx="4144975" cy="3291840"/>
          </a:xfrm>
          <a:prstGeom prst="rect">
            <a:avLst/>
          </a:prstGeom>
          <a:solidFill>
            <a:srgbClr val="FFFFFF"/>
          </a:solidFill>
          <a:ln w="12700">
            <a:solidFill>
              <a:srgbClr val="E6E6E6"/>
            </a:solidFill>
            <a:prstDash val="solid"/>
          </a:ln>
          <a:effectLst>
            <a:outerShdw sx="100000" sy="100000" kx="0" ky="0" algn="bl" rotWithShape="0" blurRad="88900" dist="25400" dir="8100000">
              <a:srgbClr val="000000">
                <a:alpha val="12000"/>
              </a:srgbClr>
            </a:outerShdw>
          </a:effectLst>
        </p:spPr>
      </p:sp>
      <p:sp>
        <p:nvSpPr>
          <p:cNvPr id="10" name="Shape 8"/>
          <p:cNvSpPr/>
          <p:nvPr/>
        </p:nvSpPr>
        <p:spPr>
          <a:xfrm>
            <a:off x="7406640" y="2194560"/>
            <a:ext cx="4144975" cy="82296"/>
          </a:xfrm>
          <a:prstGeom prst="rect">
            <a:avLst/>
          </a:prstGeom>
          <a:solidFill>
            <a:srgbClr val="50E6FF"/>
          </a:solidFill>
          <a:ln/>
        </p:spPr>
      </p:sp>
      <p:sp>
        <p:nvSpPr>
          <p:cNvPr id="11" name="Text 9"/>
          <p:cNvSpPr/>
          <p:nvPr/>
        </p:nvSpPr>
        <p:spPr>
          <a:xfrm>
            <a:off x="7635240" y="2414016"/>
            <a:ext cx="3687775" cy="502920"/>
          </a:xfrm>
          <a:prstGeom prst="rect">
            <a:avLst/>
          </a:prstGeom>
          <a:noFill/>
          <a:ln/>
        </p:spPr>
        <p:txBody>
          <a:bodyPr wrap="square" lIns="0" tIns="0" rIns="0" bIns="0" rtlCol="0" anchor="t"/>
          <a:lstStyle/>
          <a:p>
            <a:pPr algn="l" indent="0" marL="0">
              <a:buNone/>
            </a:pPr>
            <a:r>
              <a:rPr lang="en-US" sz="1600" b="1" dirty="0">
                <a:solidFill>
                  <a:srgbClr val="243A5E"/>
                </a:solidFill>
                <a:latin typeface="Microsoft JhengHei UI" pitchFamily="34" charset="0"/>
                <a:ea typeface="Microsoft JhengHei UI" pitchFamily="34" charset="-122"/>
                <a:cs typeface="Microsoft JhengHei UI" pitchFamily="34" charset="-120"/>
              </a:rPr>
              <a:t>下一步行動</a:t>
            </a:r>
            <a:endParaRPr lang="en-US" sz="1600" dirty="0"/>
          </a:p>
        </p:txBody>
      </p:sp>
      <p:sp>
        <p:nvSpPr>
          <p:cNvPr id="12" name="Text 10"/>
          <p:cNvSpPr/>
          <p:nvPr/>
        </p:nvSpPr>
        <p:spPr>
          <a:xfrm>
            <a:off x="7635240" y="2971800"/>
            <a:ext cx="3687775" cy="2331720"/>
          </a:xfrm>
          <a:prstGeom prst="rect">
            <a:avLst/>
          </a:prstGeom>
          <a:noFill/>
          <a:ln/>
        </p:spPr>
        <p:txBody>
          <a:bodyPr wrap="square" lIns="0" tIns="0" rIns="0" bIns="0" rtlCol="0" anchor="t"/>
          <a:lstStyle/>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評估 Autopilots / Agent 365 的租戶治理需求</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盤點可用 Web / Work / Fabric IQ 接地的場景</a:t>
            </a:r>
            <a:endParaRPr lang="en-US" sz="1200" dirty="0"/>
          </a:p>
          <a:p>
            <a:pPr algn="l" marL="177800" indent="-177800">
              <a:spcAft>
                <a:spcPts val="600"/>
              </a:spcAft>
              <a:buSzPct val="100000"/>
              <a:buChar char="•"/>
            </a:pPr>
            <a:r>
              <a:rPr lang="en-US" sz="1200" dirty="0">
                <a:solidFill>
                  <a:srgbClr val="404040"/>
                </a:solidFill>
                <a:latin typeface="Microsoft JhengHei" pitchFamily="34" charset="0"/>
                <a:ea typeface="Microsoft JhengHei" pitchFamily="34" charset="-122"/>
                <a:cs typeface="Microsoft JhengHei" pitchFamily="34" charset="-120"/>
              </a:rPr>
              <a:t>規劃以自有資料進行 Frontier Tuning 試點</a:t>
            </a:r>
            <a:endParaRPr lang="en-US" sz="1200" dirty="0"/>
          </a:p>
        </p:txBody>
      </p:sp>
      <p:sp>
        <p:nvSpPr>
          <p:cNvPr id="13" name="Shape 11"/>
          <p:cNvSpPr/>
          <p:nvPr/>
        </p:nvSpPr>
        <p:spPr>
          <a:xfrm>
            <a:off x="640080" y="5989320"/>
            <a:ext cx="10911535" cy="566928"/>
          </a:xfrm>
          <a:prstGeom prst="rect">
            <a:avLst/>
          </a:prstGeom>
          <a:solidFill>
            <a:srgbClr val="243A5E"/>
          </a:solidFill>
          <a:ln/>
        </p:spPr>
      </p:sp>
      <p:sp>
        <p:nvSpPr>
          <p:cNvPr id="14" name="Shape 12"/>
          <p:cNvSpPr/>
          <p:nvPr/>
        </p:nvSpPr>
        <p:spPr>
          <a:xfrm>
            <a:off x="640080" y="5989320"/>
            <a:ext cx="91440" cy="566928"/>
          </a:xfrm>
          <a:prstGeom prst="rect">
            <a:avLst/>
          </a:prstGeom>
          <a:solidFill>
            <a:srgbClr val="50E6FF"/>
          </a:solidFill>
          <a:ln/>
        </p:spPr>
      </p:sp>
      <p:sp>
        <p:nvSpPr>
          <p:cNvPr id="15" name="Text 13"/>
          <p:cNvSpPr/>
          <p:nvPr/>
        </p:nvSpPr>
        <p:spPr>
          <a:xfrm>
            <a:off x="914400" y="5989320"/>
            <a:ext cx="10454335" cy="566928"/>
          </a:xfrm>
          <a:prstGeom prst="rect">
            <a:avLst/>
          </a:prstGeom>
          <a:noFill/>
          <a:ln/>
        </p:spPr>
        <p:txBody>
          <a:bodyPr wrap="square" lIns="0" tIns="0" rIns="0" bIns="0" rtlCol="0" anchor="ctr"/>
          <a:lstStyle/>
          <a:p>
            <a:pPr algn="l" indent="0" marL="0">
              <a:buNone/>
            </a:pPr>
            <a:r>
              <a:rPr lang="en-US" sz="1300" b="1" dirty="0">
                <a:solidFill>
                  <a:srgbClr val="FFFFFF"/>
                </a:solidFill>
                <a:latin typeface="Microsoft JhengHei" pitchFamily="34" charset="0"/>
                <a:ea typeface="Microsoft JhengHei" pitchFamily="34" charset="-122"/>
                <a:cs typeface="Microsoft JhengHei" pitchFamily="34" charset="-120"/>
              </a:rPr>
              <a:t>從『導入 Copilot』邁向『經營一支可治理、可優化的代理團隊』。</a:t>
            </a:r>
            <a:endParaRPr lang="en-US" sz="13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White Template">
  <a:themeElements>
    <a:clrScheme name="TS_20_Blue on White">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icrosoft_brand_template_blue_accessible.pptx" id="{F774D412-23CA-4DC2-A47D-10DB1AEE7EFE}" vid="{952AAC9D-4DB4-450B-87D3-2D1B406135C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08e84658-33ce-4c8d-a03d-dc642cfac230" xsi:nil="true"/>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CCBBE99590A7A4A93C1CFB29C56B0F4" ma:contentTypeVersion="9" ma:contentTypeDescription="Create a new document." ma:contentTypeScope="" ma:versionID="869231b1c4b4d6b67544d17cb45ec8b7">
  <xsd:schema xmlns:xsd="http://www.w3.org/2001/XMLSchema" xmlns:xs="http://www.w3.org/2001/XMLSchema" xmlns:p="http://schemas.microsoft.com/office/2006/metadata/properties" xmlns:ns1="http://schemas.microsoft.com/sharepoint/v3" xmlns:ns2="f0375dd4-3e73-4a11-8ab4-05910697eb74" xmlns:ns3="08e84658-33ce-4c8d-a03d-dc642cfac230" targetNamespace="http://schemas.microsoft.com/office/2006/metadata/properties" ma:root="true" ma:fieldsID="6ef635c98569d317d6e8b60904bb8af6" ns1:_="" ns2:_="" ns3:_="">
    <xsd:import namespace="http://schemas.microsoft.com/sharepoint/v3"/>
    <xsd:import namespace="f0375dd4-3e73-4a11-8ab4-05910697eb74"/>
    <xsd:import namespace="08e84658-33ce-4c8d-a03d-dc642cfac230"/>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1:_ip_UnifiedCompliancePolicyProperties" minOccurs="0"/>
                <xsd:element ref="ns1:_ip_UnifiedCompliancePolicyUIAction"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4" nillable="true" ma:displayName="Unified Compliance Policy Properties" ma:hidden="true" ma:internalName="_ip_UnifiedCompliancePolicyProperties">
      <xsd:simpleType>
        <xsd:restriction base="dms:Note"/>
      </xsd:simpleType>
    </xsd:element>
    <xsd:element name="_ip_UnifiedCompliancePolicyUIAction" ma:index="1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0375dd4-3e73-4a11-8ab4-05910697eb74"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8e84658-33ce-4c8d-a03d-dc642cfac230"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61B1131-15CA-429C-B875-56F79CD6C674}">
  <ds:schemaRefs>
    <ds:schemaRef ds:uri="http://schemas.microsoft.com/office/2006/metadata/properties"/>
    <ds:schemaRef ds:uri="http://schemas.microsoft.com/office/infopath/2007/PartnerControls"/>
    <ds:schemaRef ds:uri="08e84658-33ce-4c8d-a03d-dc642cfac230"/>
    <ds:schemaRef ds:uri="http://schemas.microsoft.com/sharepoint/v3"/>
  </ds:schemaRefs>
</ds:datastoreItem>
</file>

<file path=customXml/itemProps2.xml><?xml version="1.0" encoding="utf-8"?>
<ds:datastoreItem xmlns:ds="http://schemas.openxmlformats.org/officeDocument/2006/customXml" ds:itemID="{80773F8E-CD3C-401D-81D0-68F54DCC798C}">
  <ds:schemaRefs>
    <ds:schemaRef ds:uri="http://schemas.microsoft.com/sharepoint/v3/contenttype/forms"/>
  </ds:schemaRefs>
</ds:datastoreItem>
</file>

<file path=customXml/itemProps3.xml><?xml version="1.0" encoding="utf-8"?>
<ds:datastoreItem xmlns:ds="http://schemas.openxmlformats.org/officeDocument/2006/customXml" ds:itemID="{02F01F15-61E1-4558-9277-9742BCB12C3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0375dd4-3e73-4a11-8ab4-05910697eb74"/>
    <ds:schemaRef ds:uri="08e84658-33ce-4c8d-a03d-dc642cfac23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2f988bf-86f1-41af-91ab-2d7cd011db47}" enabled="0" method="" siteId="{72f988bf-86f1-41af-91ab-2d7cd011db47}" removed="1"/>
</clbl:labelList>
</file>

<file path=docProps/app.xml><?xml version="1.0" encoding="utf-8"?>
<Properties xmlns="http://schemas.openxmlformats.org/officeDocument/2006/extended-properties" xmlns:vt="http://schemas.openxmlformats.org/officeDocument/2006/docPropsVTypes">
  <Template>White Template</Template>
  <TotalTime>0</TotalTime>
  <Words>4044</Words>
  <Application>Microsoft Macintosh PowerPoint</Application>
  <PresentationFormat>Widescreen</PresentationFormat>
  <Paragraphs>884</Paragraphs>
  <Slides>95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95</vt:i4>
      </vt:variant>
    </vt:vector>
  </HeadingPairs>
  <TitlesOfParts>
    <vt:vector size="103" baseType="lpstr">
      <vt:lpstr>.Hiragino Kaku Gothic Interface W3</vt:lpstr>
      <vt:lpstr>Arial</vt:lpstr>
      <vt:lpstr>Calibri</vt:lpstr>
      <vt:lpstr>Consolas</vt:lpstr>
      <vt:lpstr>Segoe UI</vt:lpstr>
      <vt:lpstr>Segoe UI Semibold</vt:lpstr>
      <vt:lpstr>Wingdings</vt:lpstr>
      <vt:lpstr>White Template</vt:lpstr>
      <vt:lpstr>Welcome to the Microsoft presentation toolkit</vt:lpstr>
      <vt:lpstr>What’s inside</vt:lpstr>
      <vt:lpstr>Tips and tricks</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Section divider</vt:lpstr>
      <vt:lpstr>Section divider</vt:lpstr>
      <vt:lpstr>Title and/or description</vt:lpstr>
      <vt:lpstr>Section header</vt:lpstr>
      <vt:lpstr>Section header</vt:lpstr>
      <vt:lpstr>Section header</vt:lpstr>
      <vt:lpstr>Section header</vt:lpstr>
      <vt:lpstr>Section header</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Agenda</vt:lpstr>
      <vt:lpstr>Agenda</vt:lpstr>
      <vt:lpstr>Agenda</vt:lpstr>
      <vt:lpstr>Some agendas need more details to set the tone of the conversation</vt:lpstr>
      <vt:lpstr>“Insert quote text here. This layout accommodates longer quotes very well.”</vt:lpstr>
      <vt:lpstr>“Add quote text here”</vt:lpstr>
      <vt:lpstr>“Add quote text here”</vt:lpstr>
      <vt:lpstr>Project name</vt:lpstr>
      <vt:lpstr>Twelve-step timeline</vt:lpstr>
      <vt:lpstr>Twelve-month timeline</vt:lpstr>
      <vt:lpstr>Twelve-week timeline</vt:lpstr>
      <vt:lpstr>Twelve-week timeline</vt:lpstr>
      <vt:lpstr>Custom timeline</vt:lpstr>
      <vt:lpstr>Custom timeline</vt:lpstr>
      <vt:lpstr>Custom timeline</vt:lpstr>
      <vt:lpstr>Custom timeline</vt:lpstr>
      <vt:lpstr>Hierarchy</vt:lpstr>
      <vt:lpstr>3 step process slide</vt:lpstr>
      <vt:lpstr>6 step process slide</vt:lpstr>
      <vt:lpstr>Bar chart</vt:lpstr>
      <vt:lpstr>Chart with call out details</vt:lpstr>
      <vt:lpstr>Chart title</vt:lpstr>
      <vt:lpstr>Venn diagram</vt:lpstr>
      <vt:lpstr>Slide title</vt:lpstr>
      <vt:lpstr>Slide title</vt:lpstr>
      <vt:lpstr>Slide title</vt:lpstr>
      <vt:lpstr>Table title</vt:lpstr>
      <vt:lpstr>Table title</vt:lpstr>
      <vt:lpstr>Milestone slide</vt:lpstr>
      <vt:lpstr>Hello</vt:lpstr>
      <vt:lpstr>The Team</vt:lpstr>
      <vt:lpstr>Profile Slide</vt:lpstr>
      <vt:lpstr>Get in touch</vt:lpstr>
      <vt:lpstr>Resources</vt:lpstr>
      <vt:lpstr>Slide title</vt:lpstr>
      <vt:lpstr>Slide title</vt:lpstr>
      <vt:lpstr>Slide header</vt:lpstr>
      <vt:lpstr>Slide header</vt:lpstr>
      <vt:lpstr>Slide header</vt:lpstr>
      <vt:lpstr>Slide header</vt:lpstr>
      <vt:lpstr>Header</vt:lpstr>
      <vt:lpstr>Header</vt:lpstr>
      <vt:lpstr>Header</vt:lpstr>
      <vt:lpstr>Header</vt:lpstr>
      <vt:lpstr>Header</vt:lpstr>
      <vt:lpstr>Header</vt:lpstr>
      <vt:lpstr>Thank you</vt:lpstr>
      <vt:lpstr>Thank you</vt:lpstr>
      <vt:lpstr>Thank you</vt:lpstr>
      <vt:lpstr>Appendix</vt:lpstr>
      <vt:lpstr>Icons  Icons should be primarily used as a visual aid, as a way to break up large amounts of text and content, or as a visual cue of the content that follows. Get the full set of icons for presentations</vt:lpstr>
      <vt:lpstr>Get the full set of icons for presentations</vt:lpstr>
      <vt:lpstr>Presentation resources</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Dennis Lee</dc:creator>
  <cp:keywords/>
  <dc:description/>
  <cp:lastModifiedBy>Dennis Lee</cp:lastModifiedBy>
  <cp:revision>1</cp:revision>
  <dcterms:created xsi:type="dcterms:W3CDTF">2026-05-23T02:31:47Z</dcterms:created>
  <dcterms:modified xsi:type="dcterms:W3CDTF">2026-05-23T02:32:24Z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0x0101003CCBBE99590A7A4A93C1CFB29C56B0F4</vt:lpwstr>
  </property>
</Properties>
</file>