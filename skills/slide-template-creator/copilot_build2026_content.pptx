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大綱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2039112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一句話總結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40487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的定位轉變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89864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288036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超級應用 Super 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2461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 × Cowork × Code 三合一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739896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721608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Copilot Autopilots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4087368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企業級長時自主代理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581144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4562856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Microsoft IQ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9286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/ Fabric / Work 三層接地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422392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5404104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Agent 365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5769864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代理身分、治理與安全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70168" y="2057400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93128" y="2039112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Microsoft Foundry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93128" y="2404872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代理的執行與優化迴圈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70168" y="289864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93128" y="288036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Frontier Tuning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93128" y="32461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打造可掌控的專屬模型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70168" y="3739896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93128" y="3721608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模型家族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93128" y="4087368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 Copilot 的自有模型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70168" y="4581144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09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93128" y="4562856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GitHub Copilot app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93128" y="4928616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開發與維運的代理總部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70168" y="5422392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0E6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10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93128" y="5404104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重點整理與下一步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93128" y="5769864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OEM / ODM 的意涵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Copilot 從對話介面，走向企業自主代理生態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從『消費前沿模型』轉為『在前沿全面參與』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對話 Chat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以問答為主的助理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接入 M365 內容與知識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今日多數使用者的起點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194560"/>
            <a:ext cx="3393338" cy="82296"/>
          </a:xfrm>
          <a:prstGeom prst="rect">
            <a:avLst/>
          </a:prstGeom>
          <a:solidFill>
            <a:srgbClr val="008575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協作 Cowork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多步任務協作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產出檔案與成品 (artifacts)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從回答升級為交付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194560"/>
            <a:ext cx="3393338" cy="8229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自主 Autopilots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長時、可治理的代理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在租戶內自主執行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邁向完整的數位團隊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策略主軸：打造你能掌控、可在自家租戶內治理的 AI，而非只是消費外部模型。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一個 Copilot 超級應用，整合 Chat、Cowork 與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今年夏天起 coding 被帶入所有知識工作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Chat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統一入口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 Web / Work / Fabric 接地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對話即進入點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194560"/>
            <a:ext cx="3393338" cy="82296"/>
          </a:xfrm>
          <a:prstGeom prst="rect">
            <a:avLst/>
          </a:prstGeom>
          <a:solidFill>
            <a:srgbClr val="008575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多步任務與協作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產出成品與檔案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處理長流程工作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194560"/>
            <a:ext cx="3393338" cy="82296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把開發能力帶入知識工作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GitHub Copilot 串接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今夏起逐步收斂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Chat、Cowork、Code 全部收斂到單一 Copilot 超級應用，跨工作型態無縫切換。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Autopilots：可在租戶內長時自主執行的企業級代理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 全新發表 — 企業級的『claws』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669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5669280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在你的租戶內運行，具完整企業合規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可賦予名稱、個性、自訂連接器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具備上下文與長期記憶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長時、自主，朝『完整數位團隊』演進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2194560"/>
            <a:ext cx="4876495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2194560"/>
            <a:ext cx="4876495" cy="8229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414016"/>
            <a:ext cx="4419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首發 Autopilot — Scout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971800"/>
            <a:ext cx="441929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於 Copilot Frontier 今日上線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可在 Teams 群組對話中協作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 Outlook 信件討論串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未來數月擴展為一整支 autopilot 團隊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Autopilots 把代理從『工具』升級為『可治理的數位同事』。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Microsoft IQ：以 Web、Fabric、Work 三層為代理接地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 Foundry、Fabric 與 M365 的接地層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Web IQ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模型無關、MCP 原生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 / 新聞 / 影像 / 影片接地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品質、速度、成本同級最佳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194560"/>
            <a:ext cx="3393338" cy="82296"/>
          </a:xfrm>
          <a:prstGeom prst="rect">
            <a:avLst/>
          </a:prstGeom>
          <a:solidFill>
            <a:srgbClr val="008575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Fabric IQ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企業即時本體 (ontology)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連動營運資料與遙測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讓代理理解業務現況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194560"/>
            <a:ext cx="3393338" cy="82296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Work IQ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M365 / SharePoint 知識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人、流程與程序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貼近實際工作脈絡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有接地才有可信回答：IQ 層是代理品質的關鍵底座。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Agent 365：用管理員工的嚴謹度治理代理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代理控制平面 — 與使用者、應用、裝置同級管理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身分與存取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每個代理擁有專屬身分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細緻存取控制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Autopilot 需管理員核准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194560"/>
            <a:ext cx="3393338" cy="82296"/>
          </a:xfrm>
          <a:prstGeom prst="rect">
            <a:avLst/>
          </a:prstGeom>
          <a:solidFill>
            <a:srgbClr val="008575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安全與治理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Defender 延伸至代理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Purview 涵蓋資料治理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與員工同級的合規要求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194560"/>
            <a:ext cx="3393338" cy="82296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開發與管理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365 SDK GA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統一的管理與稽核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可大規模佈署與監控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代理數量爆發成長，治理底座決定企業能否安心放手讓代理上工。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Foundry：長時代理的執行與自我優化迴圈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從部署、評測到優化的完整生命週期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Runtime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Hosted agents 作為執行環境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session 以 microVM 隔離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支援長時運行的代理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194560"/>
            <a:ext cx="3393338" cy="82296"/>
          </a:xfrm>
          <a:prstGeom prst="rect">
            <a:avLst/>
          </a:prstGeom>
          <a:solidFill>
            <a:srgbClr val="008575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評測與優化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Rubric 評測器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Optimizer 自我改進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持續評測 (continuous eval)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194560"/>
            <a:ext cx="3393338" cy="82296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知識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Foundry IQ 知識庫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整合追蹤與資料集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trace 萃取訓練資料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Foundry 讓代理可被部署、被衡量、再自我改進 — 形成持續優化迴圈。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Frontier Tuning：用自有資料與評測打造專屬模型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從『使用前沿模型』升級為『打造你的前沿模型』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400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6400800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打造你的『爬坡機器』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5943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用私有評測與 RLE（強化學習環境）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結合追蹤資料與企業知識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持續迭代，產出你能完全掌控的客製模型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資料與模型留在你的邊界內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2194560"/>
            <a:ext cx="4144975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06640" y="2194560"/>
            <a:ext cx="4144975" cy="8229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414016"/>
            <a:ext cx="3687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實例 — Land O'Lakes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35240" y="2971800"/>
            <a:ext cx="368777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準確率 &gt; 90%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成本效率提升約 10 倍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證明客製化的實際價值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企業可把自家資料變成競爭優勢，訓練出別人複製不了的專屬模型。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模型家族：七款自有模型開始驅動 Copilot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以『人本超級智慧』為理念的自研模型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93338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2296" cy="1417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4203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Image 2.5 / Flash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影像生成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286000"/>
            <a:ext cx="3393338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286000"/>
            <a:ext cx="82296" cy="1417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4655210" y="254203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Transcribe 1.5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55210" y="31272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語音轉文字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286000"/>
            <a:ext cx="3393338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286000"/>
            <a:ext cx="82296" cy="1417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4309" y="254203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Voice 2 / Flash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4309" y="312724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語音合成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393338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23360"/>
            <a:ext cx="82296" cy="1417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27939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Thinking 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6112" y="486460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推理模型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99178" y="4023360"/>
            <a:ext cx="3393338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99178" y="4023360"/>
            <a:ext cx="82296" cy="1417320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55210" y="427939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MAI Code 1 Flash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55210" y="486460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 — VS Code 推出中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8277" y="4023360"/>
            <a:ext cx="3393338" cy="1417320"/>
          </a:xfrm>
          <a:prstGeom prst="rect">
            <a:avLst/>
          </a:prstGeom>
          <a:solidFill>
            <a:srgbClr val="F3F6FA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8277" y="4023360"/>
            <a:ext cx="82296" cy="14173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7" name="Text 25"/>
          <p:cNvSpPr/>
          <p:nvPr/>
        </p:nvSpPr>
        <p:spPr>
          <a:xfrm>
            <a:off x="8414309" y="4279392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humanist superintelligence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4309" y="486460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設計理念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 Code 1 Flash 已開始於 VS Code 推出，自研模型逐步進入 Copilot 體驗。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GitHub Copilot app：開發與維運的代理總部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全新 app — 從寫程式延伸到維運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3393338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平行代理工作階段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Git work trees 平行運行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agent merge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多任務同時推進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9178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194560"/>
            <a:ext cx="3393338" cy="82296"/>
          </a:xfrm>
          <a:prstGeom prst="rect">
            <a:avLst/>
          </a:prstGeom>
          <a:solidFill>
            <a:srgbClr val="008575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Canvas 與多模型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Canvas：自訂代理 UI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/ Claude Opus 4.8 / Google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跨模型 rubber-duck 審查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8277" y="2194560"/>
            <a:ext cx="339333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194560"/>
            <a:ext cx="3393338" cy="82296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414016"/>
            <a:ext cx="2936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整合體驗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971800"/>
            <a:ext cx="293613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開發者的代理總部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從程式延伸到維運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Copilot 超級應用串接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多模型、平行代理、可自訂 UI — GitHub Copilot 成為開發者的代理作業中心。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重點整理：Copilot 的下一步與客戶意涵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143000" cy="6400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898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OEM / ODM 客戶經營的行動方向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400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6400800" cy="8229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140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三個重點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5943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收斂為單一超級應用，並引入可治理的 Autopilots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IQ + Agent 365 + Foundry = 接地、治理、執行底座</a:t>
            </a:r>
            <a:endParaRPr lang="en-US" sz="13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Frontier Tuning 讓企業打造可掌控的專屬模型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2194560"/>
            <a:ext cx="4144975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06640" y="2194560"/>
            <a:ext cx="4144975" cy="82296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414016"/>
            <a:ext cx="3687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A5E"/>
                </a:solidFill>
                <a:latin typeface="Microsoft JhengHei UI" pitchFamily="34" charset="0"/>
                <a:ea typeface="Microsoft JhengHei UI" pitchFamily="34" charset="-122"/>
                <a:cs typeface="Microsoft JhengHei UI" pitchFamily="34" charset="-120"/>
              </a:rPr>
              <a:t>下一步行動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35240" y="2971800"/>
            <a:ext cx="368777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 Autopilots / Agent 365 的租戶治理需求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盤點可用 Web / Work / Fabric IQ 接地的場景</a:t>
            </a:r>
            <a:endParaRPr lang="en-US" sz="1200" dirty="0"/>
          </a:p>
          <a:p>
            <a:pPr algn="l"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規劃以自有資料進行 Frontier Tuning 試點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989320"/>
            <a:ext cx="10911535" cy="56692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5989320"/>
            <a:ext cx="91440" cy="566928"/>
          </a:xfrm>
          <a:prstGeom prst="rect">
            <a:avLst/>
          </a:prstGeom>
          <a:solidFill>
            <a:srgbClr val="50E6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9893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從『導入 Copilot』邁向『經營一支可治理、可優化的代理團隊』。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 的下一步 — MS Build 2026 觀察</dc:title>
  <dc:subject>PptxGenJS Presentation</dc:subject>
  <dc:creator>Dennis Lee</dc:creator>
  <cp:lastModifiedBy>Dennis Lee</cp:lastModifiedBy>
  <cp:revision>1</cp:revision>
  <dcterms:created xsi:type="dcterms:W3CDTF">2026-06-08T10:13:14Z</dcterms:created>
  <dcterms:modified xsi:type="dcterms:W3CDTF">2026-06-08T10:13:14Z</dcterms:modified>
</cp:coreProperties>
</file>