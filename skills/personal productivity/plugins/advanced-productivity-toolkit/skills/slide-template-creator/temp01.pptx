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100"/>
  </p:notesMasterIdLst>
  <p:handoutMasterIdLst>
    <p:handoutMasterId r:id="rId101"/>
  </p:handoutMasterIdLst>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4D70C25-0413-A24B-B22A-8EE89C82326F}">
          <p14:sldIdLst>
            <p14:sldId id="2076138278"/>
            <p14:sldId id="2076138423"/>
            <p14:sldId id="2076138424"/>
          </p14:sldIdLst>
        </p14:section>
        <p14:section name="Title Slides" id="{FB6EE416-AF16-AF40-804B-633D4962DAEE}">
          <p14:sldIdLst>
            <p14:sldId id="2076138262"/>
            <p14:sldId id="2076138457"/>
            <p14:sldId id="2076138456"/>
            <p14:sldId id="2076138454"/>
            <p14:sldId id="2076138453"/>
            <p14:sldId id="2076138275"/>
            <p14:sldId id="2076138451"/>
            <p14:sldId id="2076138459"/>
            <p14:sldId id="2076138385"/>
            <p14:sldId id="2076138452"/>
            <p14:sldId id="2076138450"/>
            <p14:sldId id="2076138449"/>
            <p14:sldId id="2076138448"/>
          </p14:sldIdLst>
        </p14:section>
        <p14:section name="Divider Slides" id="{2B2B9EE5-80B5-0947-8184-1ED7C2B03199}">
          <p14:sldIdLst>
            <p14:sldId id="2076138279"/>
            <p14:sldId id="2076138293"/>
            <p14:sldId id="2076138297"/>
            <p14:sldId id="2076138407"/>
            <p14:sldId id="2076138408"/>
            <p14:sldId id="2076138409"/>
            <p14:sldId id="2076138410"/>
            <p14:sldId id="2076138411"/>
            <p14:sldId id="2076138447"/>
            <p14:sldId id="2076138446"/>
            <p14:sldId id="2076138445"/>
            <p14:sldId id="2076138444"/>
            <p14:sldId id="2076138443"/>
            <p14:sldId id="2076138442"/>
            <p14:sldId id="2076138441"/>
            <p14:sldId id="2076138440"/>
            <p14:sldId id="2076138439"/>
            <p14:sldId id="2076138438"/>
            <p14:sldId id="2076138437"/>
            <p14:sldId id="2076138436"/>
            <p14:sldId id="2076138435"/>
            <p14:sldId id="2076138434"/>
            <p14:sldId id="2076138433"/>
            <p14:sldId id="2076138432"/>
            <p14:sldId id="2076138390"/>
            <p14:sldId id="2076138381"/>
          </p14:sldIdLst>
        </p14:section>
        <p14:section name="Agenda Slides" id="{055AFA19-D1E1-8A4D-B3CD-4F468CD7A2AE}">
          <p14:sldIdLst>
            <p14:sldId id="2076138431"/>
            <p14:sldId id="2076138430"/>
            <p14:sldId id="2076138299"/>
            <p14:sldId id="2076138298"/>
          </p14:sldIdLst>
        </p14:section>
        <p14:section name="Quote Slides" id="{8EE70886-F4DB-2F40-8FB8-37E5FE2E7F63}">
          <p14:sldIdLst>
            <p14:sldId id="2076138413"/>
            <p14:sldId id="2076138414"/>
            <p14:sldId id="2076138415"/>
          </p14:sldIdLst>
        </p14:section>
        <p14:section name="Project slide" id="{0E6C0102-0830-EE4B-863A-6D51F4F973A4}">
          <p14:sldIdLst>
            <p14:sldId id="2076138307"/>
          </p14:sldIdLst>
        </p14:section>
        <p14:section name="Timeline Slides" id="{C612CE83-33A7-4546-825B-9D3A615EC37E}">
          <p14:sldIdLst>
            <p14:sldId id="2076138347"/>
            <p14:sldId id="2076138349"/>
            <p14:sldId id="2076138354"/>
            <p14:sldId id="2076138351"/>
            <p14:sldId id="2076138327"/>
            <p14:sldId id="2076138333"/>
            <p14:sldId id="2076138329"/>
            <p14:sldId id="2076138331"/>
          </p14:sldIdLst>
        </p14:section>
        <p14:section name="Charts, Graphs, and Tables" id="{F28C5BC2-3741-EB40-97C4-2358C8EA86C4}">
          <p14:sldIdLst>
            <p14:sldId id="2076138328"/>
            <p14:sldId id="2076138357"/>
            <p14:sldId id="2076138358"/>
            <p14:sldId id="2076138334"/>
            <p14:sldId id="2076138346"/>
            <p14:sldId id="2076138345"/>
            <p14:sldId id="2076138355"/>
            <p14:sldId id="2076138363"/>
            <p14:sldId id="2076138375"/>
            <p14:sldId id="2076138377"/>
            <p14:sldId id="2076138380"/>
            <p14:sldId id="2076138394"/>
            <p14:sldId id="2076138412"/>
          </p14:sldIdLst>
        </p14:section>
        <p14:section name="Team Slides" id="{97C9990A-4872-1945-8603-E202CB6FDEC0}">
          <p14:sldIdLst>
            <p14:sldId id="2076138308"/>
            <p14:sldId id="2076138318"/>
            <p14:sldId id="2076138325"/>
            <p14:sldId id="2076138461"/>
          </p14:sldIdLst>
        </p14:section>
        <p14:section name="Resources" id="{EFDF35F9-E9F0-5745-AAB5-0D7314BAA3D1}">
          <p14:sldIdLst>
            <p14:sldId id="2076138462"/>
          </p14:sldIdLst>
        </p14:section>
        <p14:section name="Layouts" id="{8F59876D-C8D3-2D40-8540-E20264ECD2D1}">
          <p14:sldIdLst>
            <p14:sldId id="2076138429"/>
            <p14:sldId id="2076138359"/>
            <p14:sldId id="2076138339"/>
            <p14:sldId id="2076138341"/>
            <p14:sldId id="2076138343"/>
            <p14:sldId id="2076138463"/>
          </p14:sldIdLst>
        </p14:section>
        <p14:section name="More Photo Slides" id="{6EA33047-67DE-E544-B8BB-DED362DE3B9A}">
          <p14:sldIdLst>
            <p14:sldId id="2076138427"/>
            <p14:sldId id="2076138426"/>
            <p14:sldId id="2076138425"/>
            <p14:sldId id="2076138400"/>
            <p14:sldId id="2076138401"/>
            <p14:sldId id="2076138402"/>
          </p14:sldIdLst>
        </p14:section>
        <p14:section name="End Slides" id="{3416B164-ED24-6748-9066-0F67B8B820A2}">
          <p14:sldIdLst>
            <p14:sldId id="2076138464"/>
            <p14:sldId id="2076138365"/>
            <p14:sldId id="2076138366"/>
          </p14:sldIdLst>
        </p14:section>
        <p14:section name="Appendix" id="{E4FA3E3E-AC15-BE48-9542-7C82A78646F3}">
          <p14:sldIdLst>
            <p14:sldId id="2076138458"/>
            <p14:sldId id="2076138419"/>
            <p14:sldId id="2076138420"/>
            <p14:sldId id="2076138422"/>
          </p14:sldIdLst>
        </p14:section>
      </p14:sectionLst>
    </p:ext>
    <p:ext uri="{EFAFB233-063F-42B5-8137-9DF3F51BA10A}">
      <p15:sldGuideLst xmlns:p15="http://schemas.microsoft.com/office/powerpoint/2012/main">
        <p15:guide id="2" orient="horz" pos="640" userDrawn="1">
          <p15:clr>
            <a:srgbClr val="A4A3A4"/>
          </p15:clr>
        </p15:guide>
        <p15:guide id="3"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F2F"/>
    <a:srgbClr val="FFFFFF"/>
    <a:srgbClr val="666666"/>
    <a:srgbClr val="000000"/>
    <a:srgbClr val="8661C5"/>
    <a:srgbClr val="D59DFF"/>
    <a:srgbClr val="50E6FF"/>
    <a:srgbClr val="0069BA"/>
    <a:srgbClr val="9BF00B"/>
    <a:srgbClr val="0F78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7861F8-FC33-4A4E-9228-A2D53F8A7574}" v="306" dt="2021-12-28T22:01:17.8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95" autoAdjust="0"/>
    <p:restoredTop sz="96208" autoAdjust="0"/>
  </p:normalViewPr>
  <p:slideViewPr>
    <p:cSldViewPr snapToGrid="0">
      <p:cViewPr varScale="1">
        <p:scale>
          <a:sx n="119" d="100"/>
          <a:sy n="119" d="100"/>
        </p:scale>
        <p:origin x="568" y="184"/>
      </p:cViewPr>
      <p:guideLst>
        <p:guide orient="horz" pos="640"/>
        <p:guide pos="3840"/>
      </p:guideLst>
    </p:cSldViewPr>
  </p:slideViewPr>
  <p:outlineViewPr>
    <p:cViewPr>
      <p:scale>
        <a:sx n="33" d="100"/>
        <a:sy n="33" d="100"/>
      </p:scale>
      <p:origin x="0" y="-44436"/>
    </p:cViewPr>
  </p:outlineViewPr>
  <p:notesTextViewPr>
    <p:cViewPr>
      <p:scale>
        <a:sx n="125" d="100"/>
        <a:sy n="125" d="100"/>
      </p:scale>
      <p:origin x="0" y="0"/>
    </p:cViewPr>
  </p:notesTextViewPr>
  <p:sorterViewPr>
    <p:cViewPr varScale="1">
      <p:scale>
        <a:sx n="1" d="1"/>
        <a:sy n="1" d="1"/>
      </p:scale>
      <p:origin x="0" y="-20925"/>
    </p:cViewPr>
  </p:sorterViewPr>
  <p:notesViewPr>
    <p:cSldViewPr snapToGrid="0" showGuides="1">
      <p:cViewPr varScale="1">
        <p:scale>
          <a:sx n="169" d="100"/>
          <a:sy n="169" d="100"/>
        </p:scale>
        <p:origin x="5232"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00" Type="http://schemas.openxmlformats.org/officeDocument/2006/relationships/notesMaster" Target="notesMasters/notesMaster1.xml"/><Relationship Id="rId101" Type="http://schemas.openxmlformats.org/officeDocument/2006/relationships/handoutMaster" Target="handoutMasters/handoutMaster1.xml"/><Relationship Id="rId102" Type="http://schemas.openxmlformats.org/officeDocument/2006/relationships/commentAuthors" Target="commentAuthors.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 Id="rId10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5/23/26 10:31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5/23/26 10:31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3.jp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image" Target="../media/image20.jp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1.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1.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89969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6989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86737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userDrawn="1">
          <p15:clr>
            <a:srgbClr val="FBAE40"/>
          </p15:clr>
        </p15:guide>
        <p15:guide id="6" pos="336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69457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endParaRPr lang="en-US" dirty="0"/>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89192910"/>
      </p:ext>
    </p:extLst>
  </p:cSld>
  <p:clrMapOvr>
    <a:masterClrMapping/>
  </p:clrMapOvr>
  <p:transition>
    <p:fade/>
  </p:transition>
  <p:extLst>
    <p:ext uri="{DCECCB84-F9BA-43D5-87BE-67443E8EF086}">
      <p15:sldGuideLst xmlns:p15="http://schemas.microsoft.com/office/powerpoint/2012/main">
        <p15:guide id="2" orient="horz" pos="1162" userDrawn="1">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287030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658693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33069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2089322"/>
      </p:ext>
    </p:extLst>
  </p:cSld>
  <p:clrMapOvr>
    <a:masterClrMapping/>
  </p:clrMapOvr>
  <p:transition>
    <p:fade/>
  </p:transition>
  <p:extLst>
    <p:ext uri="{DCECCB84-F9BA-43D5-87BE-67443E8EF086}">
      <p15:sldGuideLst xmlns:p15="http://schemas.microsoft.com/office/powerpoint/2012/main">
        <p15:guide id="3" orient="horz" pos="1162" userDrawn="1">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599680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510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576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879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6758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70829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9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888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83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37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18509163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59853017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endParaRPr lang="en-US" dirty="0"/>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1240708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3528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516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userDrawn="1">
          <p15:clr>
            <a:srgbClr val="A4A3A4"/>
          </p15:clr>
        </p15:guide>
        <p15:guide id="19" pos="334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17962772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endParaRPr lang="en-US" dirty="0"/>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90944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2058752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dirty="0"/>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dirty="0"/>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dirty="0"/>
              <a:t>Add quote text here Add quote text here Add quote text here Add quote text here Add quote text here</a:t>
            </a:r>
          </a:p>
        </p:txBody>
      </p:sp>
    </p:spTree>
    <p:extLst>
      <p:ext uri="{BB962C8B-B14F-4D97-AF65-F5344CB8AC3E}">
        <p14:creationId xmlns:p14="http://schemas.microsoft.com/office/powerpoint/2010/main" val="3270563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dirty="0"/>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dirty="0"/>
              <a:t>Add quote text here</a:t>
            </a:r>
          </a:p>
        </p:txBody>
      </p:sp>
    </p:spTree>
    <p:extLst>
      <p:ext uri="{BB962C8B-B14F-4D97-AF65-F5344CB8AC3E}">
        <p14:creationId xmlns:p14="http://schemas.microsoft.com/office/powerpoint/2010/main" val="1606952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dirty="0"/>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endParaRPr lang="en-US" dirty="0"/>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dirty="0"/>
              <a:t>Add quote text here</a:t>
            </a:r>
          </a:p>
        </p:txBody>
      </p:sp>
    </p:spTree>
    <p:extLst>
      <p:ext uri="{BB962C8B-B14F-4D97-AF65-F5344CB8AC3E}">
        <p14:creationId xmlns:p14="http://schemas.microsoft.com/office/powerpoint/2010/main" val="103861675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userDrawn="1">
          <p15:clr>
            <a:srgbClr val="5ACBF0"/>
          </p15:clr>
        </p15:guide>
        <p15:guide id="7" pos="4747" userDrawn="1">
          <p15:clr>
            <a:srgbClr val="5ACBF0"/>
          </p15:clr>
        </p15:guide>
        <p15:guide id="8" pos="4936">
          <p15:clr>
            <a:srgbClr val="5ACBF0"/>
          </p15:clr>
        </p15:guide>
        <p15:guide id="9" pos="5123">
          <p15:clr>
            <a:srgbClr val="5ACBF0"/>
          </p15:clr>
        </p15:guide>
        <p15:guide id="10" orient="horz" pos="3465" userDrawn="1">
          <p15:clr>
            <a:srgbClr val="5ACBF0"/>
          </p15:clr>
        </p15:guide>
        <p15:guide id="11" orient="horz" pos="1956" userDrawn="1">
          <p15:clr>
            <a:srgbClr val="FBAE40"/>
          </p15:clr>
        </p15:guide>
        <p15:guide id="12" pos="109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dirty="0"/>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8310202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814874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18799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477707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Tree>
    <p:extLst>
      <p:ext uri="{BB962C8B-B14F-4D97-AF65-F5344CB8AC3E}">
        <p14:creationId xmlns:p14="http://schemas.microsoft.com/office/powerpoint/2010/main" val="367836929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Tree>
    <p:extLst>
      <p:ext uri="{BB962C8B-B14F-4D97-AF65-F5344CB8AC3E}">
        <p14:creationId xmlns:p14="http://schemas.microsoft.com/office/powerpoint/2010/main" val="15231244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dirty="0"/>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924867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75047256"/>
      </p:ext>
    </p:extLst>
  </p:cSld>
  <p:clrMapOvr>
    <a:masterClrMapping/>
  </p:clrMapOvr>
  <p:transition>
    <p:fade/>
  </p:transition>
  <p:extLst>
    <p:ext uri="{DCECCB84-F9BA-43D5-87BE-67443E8EF086}">
      <p15:sldGuideLst xmlns:p15="http://schemas.microsoft.com/office/powerpoint/2012/main">
        <p15:guide id="13" pos="4929" userDrawn="1">
          <p15:clr>
            <a:srgbClr val="5ACBF0"/>
          </p15:clr>
        </p15:guide>
        <p15:guide id="29" orient="horz" pos="2160">
          <p15:clr>
            <a:srgbClr val="5ACBF0"/>
          </p15:clr>
        </p15:guide>
        <p15:guide id="30" pos="4566" userDrawn="1">
          <p15:clr>
            <a:srgbClr val="5ACBF0"/>
          </p15:clr>
        </p15:guide>
        <p15:guide id="31" pos="4203" userDrawn="1">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864438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dirty="0"/>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0532634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userDrawn="1">
          <p15:clr>
            <a:srgbClr val="A4A3A4"/>
          </p15:clr>
        </p15:guide>
        <p15:guide id="28" pos="3840">
          <p15:clr>
            <a:srgbClr val="F26B43"/>
          </p15:clr>
        </p15:guide>
        <p15:guide id="29" pos="3454" userDrawn="1">
          <p15:clr>
            <a:srgbClr val="FBAE40"/>
          </p15:clr>
        </p15:guide>
        <p15:guide id="30" pos="4203"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dirty="0"/>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dirty="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dirty="0">
              <a:solidFill>
                <a:schemeClr val="bg1"/>
              </a:solidFill>
              <a:latin typeface="Segoe UI" panose="020B0502040204020203" pitchFamily="34" charset="0"/>
              <a:cs typeface="Segoe UI" panose="020B0502040204020203" pitchFamily="34" charset="0"/>
            </a:endParaRPr>
          </a:p>
          <a:p>
            <a:pPr>
              <a:lnSpc>
                <a:spcPct val="100000"/>
              </a:lnSpc>
            </a:pPr>
            <a:r>
              <a:rPr lang="en-US" sz="1800" b="0" dirty="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Financial</a:t>
            </a:r>
          </a:p>
          <a:p>
            <a:pPr lvl="0"/>
            <a:r>
              <a:rPr lang="en-US" dirty="0"/>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Percentage</a:t>
            </a:r>
          </a:p>
          <a:p>
            <a:pPr lvl="0"/>
            <a:r>
              <a:rPr lang="en-US" dirty="0"/>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Additional</a:t>
            </a:r>
          </a:p>
          <a:p>
            <a:pPr lvl="0"/>
            <a:r>
              <a:rPr lang="en-US" dirty="0"/>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Tree>
    <p:extLst>
      <p:ext uri="{BB962C8B-B14F-4D97-AF65-F5344CB8AC3E}">
        <p14:creationId xmlns:p14="http://schemas.microsoft.com/office/powerpoint/2010/main" val="3455035362"/>
      </p:ext>
    </p:extLst>
  </p:cSld>
  <p:clrMapOvr>
    <a:masterClrMapping/>
  </p:clrMapOvr>
  <p:transition>
    <p:fade/>
  </p:transition>
  <p:extLst>
    <p:ext uri="{DCECCB84-F9BA-43D5-87BE-67443E8EF086}">
      <p15:sldGuideLst xmlns:p15="http://schemas.microsoft.com/office/powerpoint/2012/main">
        <p15:guide id="16" pos="3754" userDrawn="1">
          <p15:clr>
            <a:srgbClr val="A4A3A4"/>
          </p15:clr>
        </p15:guide>
        <p15:guide id="17" pos="3931" userDrawn="1">
          <p15:clr>
            <a:srgbClr val="A4A3A4"/>
          </p15:clr>
        </p15:guide>
        <p15:guide id="20" pos="4937">
          <p15:clr>
            <a:srgbClr val="A4A3A4"/>
          </p15:clr>
        </p15:guide>
        <p15:guide id="21" pos="5133" userDrawn="1">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userDrawn="1">
          <p15:clr>
            <a:srgbClr val="FBAE40"/>
          </p15:clr>
        </p15:guide>
        <p15:guide id="32" orient="horz" pos="1162"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dirty="0"/>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endParaRPr lang="en-US" dirty="0"/>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endParaRPr lang="en-US" dirty="0"/>
          </a:p>
        </p:txBody>
      </p:sp>
    </p:spTree>
    <p:extLst>
      <p:ext uri="{BB962C8B-B14F-4D97-AF65-F5344CB8AC3E}">
        <p14:creationId xmlns:p14="http://schemas.microsoft.com/office/powerpoint/2010/main" val="835566677"/>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guide id="31" orient="horz" pos="2704" userDrawn="1">
          <p15:clr>
            <a:srgbClr val="5ACBF0"/>
          </p15:clr>
        </p15:guide>
        <p15:guide id="32" pos="694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dirty="0"/>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endParaRPr lang="en-US" dirty="0"/>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endParaRPr lang="en-US" dirty="0"/>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endParaRPr lang="en-US" dirty="0"/>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endParaRPr lang="en-US" dirty="0"/>
          </a:p>
        </p:txBody>
      </p:sp>
    </p:spTree>
    <p:extLst>
      <p:ext uri="{BB962C8B-B14F-4D97-AF65-F5344CB8AC3E}">
        <p14:creationId xmlns:p14="http://schemas.microsoft.com/office/powerpoint/2010/main" val="648551354"/>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156213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3801178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dirty="0"/>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Tree>
    <p:extLst>
      <p:ext uri="{BB962C8B-B14F-4D97-AF65-F5344CB8AC3E}">
        <p14:creationId xmlns:p14="http://schemas.microsoft.com/office/powerpoint/2010/main" val="30921821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9006332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847385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5503519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7724713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7445959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4722831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778416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6422873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893271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1577088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2562577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74975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dirty="0"/>
              <a:t>Section Name</a:t>
            </a:r>
          </a:p>
        </p:txBody>
      </p:sp>
    </p:spTree>
    <p:extLst>
      <p:ext uri="{BB962C8B-B14F-4D97-AF65-F5344CB8AC3E}">
        <p14:creationId xmlns:p14="http://schemas.microsoft.com/office/powerpoint/2010/main" val="1166777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dirty="0"/>
              <a:t>Appendix</a:t>
            </a:r>
          </a:p>
        </p:txBody>
      </p:sp>
    </p:spTree>
    <p:extLst>
      <p:ext uri="{BB962C8B-B14F-4D97-AF65-F5344CB8AC3E}">
        <p14:creationId xmlns:p14="http://schemas.microsoft.com/office/powerpoint/2010/main" val="2353730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slideLayout" Target="../slideLayouts/slideLayout112.xml"/><Relationship Id="rId113" Type="http://schemas.openxmlformats.org/officeDocument/2006/relationships/slideLayout" Target="../slideLayouts/slideLayout113.xml"/><Relationship Id="rId114" Type="http://schemas.openxmlformats.org/officeDocument/2006/relationships/theme" Target="../theme/theme1.xml"/><Relationship Id="rId11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5"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5286" r:id="rId4"/>
    <p:sldLayoutId id="2147485390" r:id="rId5"/>
    <p:sldLayoutId id="2147484610" r:id="rId6"/>
    <p:sldLayoutId id="2147485389" r:id="rId7"/>
    <p:sldLayoutId id="2147485395" r:id="rId8"/>
    <p:sldLayoutId id="2147485396" r:id="rId9"/>
    <p:sldLayoutId id="2147484710" r:id="rId10"/>
    <p:sldLayoutId id="2147484240" r:id="rId11"/>
    <p:sldLayoutId id="2147484910" r:id="rId12"/>
    <p:sldLayoutId id="2147484911" r:id="rId13"/>
    <p:sldLayoutId id="2147485050" r:id="rId14"/>
    <p:sldLayoutId id="2147485165" r:id="rId15"/>
    <p:sldLayoutId id="2147484941" r:id="rId16"/>
    <p:sldLayoutId id="2147484942" r:id="rId17"/>
    <p:sldLayoutId id="2147485162" r:id="rId18"/>
    <p:sldLayoutId id="2147484639" r:id="rId19"/>
    <p:sldLayoutId id="2147484943" r:id="rId20"/>
    <p:sldLayoutId id="2147484603" r:id="rId21"/>
    <p:sldLayoutId id="2147485324" r:id="rId22"/>
    <p:sldLayoutId id="2147485326" r:id="rId23"/>
    <p:sldLayoutId id="2147485327" r:id="rId24"/>
    <p:sldLayoutId id="2147485328" r:id="rId25"/>
    <p:sldLayoutId id="2147485329" r:id="rId26"/>
    <p:sldLayoutId id="2147485330" r:id="rId27"/>
    <p:sldLayoutId id="2147485325" r:id="rId28"/>
    <p:sldLayoutId id="2147485331" r:id="rId29"/>
    <p:sldLayoutId id="2147485332" r:id="rId30"/>
    <p:sldLayoutId id="2147485366" r:id="rId31"/>
    <p:sldLayoutId id="2147485333" r:id="rId32"/>
    <p:sldLayoutId id="2147485334" r:id="rId33"/>
    <p:sldLayoutId id="2147485394" r:id="rId34"/>
    <p:sldLayoutId id="2147485340" r:id="rId35"/>
    <p:sldLayoutId id="2147485346" r:id="rId36"/>
    <p:sldLayoutId id="2147485349" r:id="rId37"/>
    <p:sldLayoutId id="2147485351" r:id="rId38"/>
    <p:sldLayoutId id="2147485369" r:id="rId39"/>
    <p:sldLayoutId id="2147485363" r:id="rId40"/>
    <p:sldLayoutId id="2147485370" r:id="rId41"/>
    <p:sldLayoutId id="2147484833" r:id="rId42"/>
    <p:sldLayoutId id="2147484834" r:id="rId43"/>
    <p:sldLayoutId id="2147484835" r:id="rId44"/>
    <p:sldLayoutId id="2147485385" r:id="rId45"/>
    <p:sldLayoutId id="2147485387" r:id="rId46"/>
    <p:sldLayoutId id="2147485382" r:id="rId47"/>
    <p:sldLayoutId id="2147484922" r:id="rId48"/>
    <p:sldLayoutId id="2147484923" r:id="rId49"/>
    <p:sldLayoutId id="2147485287" r:id="rId50"/>
    <p:sldLayoutId id="2147484924" r:id="rId51"/>
    <p:sldLayoutId id="2147484839" r:id="rId52"/>
    <p:sldLayoutId id="2147484840" r:id="rId53"/>
    <p:sldLayoutId id="2147485383" r:id="rId54"/>
    <p:sldLayoutId id="2147484841" r:id="rId55"/>
    <p:sldLayoutId id="2147484842" r:id="rId56"/>
    <p:sldLayoutId id="2147484843" r:id="rId57"/>
    <p:sldLayoutId id="2147484938" r:id="rId58"/>
    <p:sldLayoutId id="2147484939" r:id="rId59"/>
    <p:sldLayoutId id="2147484940" r:id="rId60"/>
    <p:sldLayoutId id="2147485161" r:id="rId61"/>
    <p:sldLayoutId id="2147485152" r:id="rId62"/>
    <p:sldLayoutId id="2147485153" r:id="rId63"/>
    <p:sldLayoutId id="2147485154" r:id="rId64"/>
    <p:sldLayoutId id="2147485379" r:id="rId65"/>
    <p:sldLayoutId id="2147485380" r:id="rId66"/>
    <p:sldLayoutId id="2147485381" r:id="rId67"/>
    <p:sldLayoutId id="2147484944" r:id="rId68"/>
    <p:sldLayoutId id="2147484945" r:id="rId69"/>
    <p:sldLayoutId id="2147485372" r:id="rId70"/>
    <p:sldLayoutId id="2147485373" r:id="rId71"/>
    <p:sldLayoutId id="2147485388" r:id="rId72"/>
    <p:sldLayoutId id="2147485296" r:id="rId73"/>
    <p:sldLayoutId id="2147485392" r:id="rId74"/>
    <p:sldLayoutId id="2147485393" r:id="rId75"/>
    <p:sldLayoutId id="2147485368" r:id="rId76"/>
    <p:sldLayoutId id="2147485367" r:id="rId77"/>
    <p:sldLayoutId id="2147485292" r:id="rId78"/>
    <p:sldLayoutId id="2147485294" r:id="rId79"/>
    <p:sldLayoutId id="2147485338" r:id="rId80"/>
    <p:sldLayoutId id="2147485339" r:id="rId81"/>
    <p:sldLayoutId id="2147485360" r:id="rId82"/>
    <p:sldLayoutId id="2147485364" r:id="rId83"/>
    <p:sldLayoutId id="2147485365" r:id="rId84"/>
    <p:sldLayoutId id="2147485352" r:id="rId85"/>
    <p:sldLayoutId id="2147485353" r:id="rId86"/>
    <p:sldLayoutId id="2147485354" r:id="rId87"/>
    <p:sldLayoutId id="2147485355" r:id="rId88"/>
    <p:sldLayoutId id="2147485356" r:id="rId89"/>
    <p:sldLayoutId id="2147485374" r:id="rId90"/>
    <p:sldLayoutId id="2147485375" r:id="rId91"/>
    <p:sldLayoutId id="2147485376" r:id="rId92"/>
    <p:sldLayoutId id="2147485377" r:id="rId93"/>
    <p:sldLayoutId id="2147485378" r:id="rId94"/>
    <p:sldLayoutId id="2147485137" r:id="rId95"/>
    <p:sldLayoutId id="2147485138" r:id="rId96"/>
    <p:sldLayoutId id="2147485139" r:id="rId97"/>
    <p:sldLayoutId id="2147485140" r:id="rId98"/>
    <p:sldLayoutId id="2147485141" r:id="rId99"/>
    <p:sldLayoutId id="2147485142" r:id="rId100"/>
    <p:sldLayoutId id="2147484249" r:id="rId101"/>
    <p:sldLayoutId id="2147484640" r:id="rId102"/>
    <p:sldLayoutId id="2147485288" r:id="rId103"/>
    <p:sldLayoutId id="2147485290" r:id="rId104"/>
    <p:sldLayoutId id="2147485289" r:id="rId105"/>
    <p:sldLayoutId id="2147485291" r:id="rId106"/>
    <p:sldLayoutId id="2147484584" r:id="rId107"/>
    <p:sldLayoutId id="2147484583" r:id="rId108"/>
    <p:sldLayoutId id="2147484671" r:id="rId109"/>
    <p:sldLayoutId id="2147484673" r:id="rId110"/>
    <p:sldLayoutId id="2147485391" r:id="rId111"/>
    <p:sldLayoutId id="2147484299" r:id="rId112"/>
    <p:sldLayoutId id="2147484263" r:id="rId1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blue_accessible.pptx" id="{F774D412-23CA-4DC2-A47D-10DB1AEE7EFE}" vid="{952AAC9D-4DB4-450B-87D3-2D1B406135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08e84658-33ce-4c8d-a03d-dc642cfac230"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CCBBE99590A7A4A93C1CFB29C56B0F4" ma:contentTypeVersion="9" ma:contentTypeDescription="Create a new document." ma:contentTypeScope="" ma:versionID="869231b1c4b4d6b67544d17cb45ec8b7">
  <xsd:schema xmlns:xsd="http://www.w3.org/2001/XMLSchema" xmlns:xs="http://www.w3.org/2001/XMLSchema" xmlns:p="http://schemas.microsoft.com/office/2006/metadata/properties" xmlns:ns1="http://schemas.microsoft.com/sharepoint/v3" xmlns:ns2="f0375dd4-3e73-4a11-8ab4-05910697eb74" xmlns:ns3="08e84658-33ce-4c8d-a03d-dc642cfac230" targetNamespace="http://schemas.microsoft.com/office/2006/metadata/properties" ma:root="true" ma:fieldsID="6ef635c98569d317d6e8b60904bb8af6" ns1:_="" ns2:_="" ns3:_="">
    <xsd:import namespace="http://schemas.microsoft.com/sharepoint/v3"/>
    <xsd:import namespace="f0375dd4-3e73-4a11-8ab4-05910697eb74"/>
    <xsd:import namespace="08e84658-33ce-4c8d-a03d-dc642cfac23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1:_ip_UnifiedCompliancePolicyProperties" minOccurs="0"/>
                <xsd:element ref="ns1:_ip_UnifiedCompliancePolicyUIAc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375dd4-3e73-4a11-8ab4-05910697eb7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8e84658-33ce-4c8d-a03d-dc642cfac23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B1131-15CA-429C-B875-56F79CD6C674}">
  <ds:schemaRefs>
    <ds:schemaRef ds:uri="http://schemas.microsoft.com/office/2006/metadata/properties"/>
    <ds:schemaRef ds:uri="http://schemas.microsoft.com/office/infopath/2007/PartnerControls"/>
    <ds:schemaRef ds:uri="08e84658-33ce-4c8d-a03d-dc642cfac230"/>
    <ds:schemaRef ds:uri="http://schemas.microsoft.com/sharepoint/v3"/>
  </ds:schemaRefs>
</ds:datastoreItem>
</file>

<file path=customXml/itemProps2.xml><?xml version="1.0" encoding="utf-8"?>
<ds:datastoreItem xmlns:ds="http://schemas.openxmlformats.org/officeDocument/2006/customXml" ds:itemID="{80773F8E-CD3C-401D-81D0-68F54DCC798C}">
  <ds:schemaRefs>
    <ds:schemaRef ds:uri="http://schemas.microsoft.com/sharepoint/v3/contenttype/forms"/>
  </ds:schemaRefs>
</ds:datastoreItem>
</file>

<file path=customXml/itemProps3.xml><?xml version="1.0" encoding="utf-8"?>
<ds:datastoreItem xmlns:ds="http://schemas.openxmlformats.org/officeDocument/2006/customXml" ds:itemID="{02F01F15-61E1-4558-9277-9742BCB12C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0375dd4-3e73-4a11-8ab4-05910697eb74"/>
    <ds:schemaRef ds:uri="08e84658-33ce-4c8d-a03d-dc642cfac2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White Template</Template>
  <TotalTime>0</TotalTime>
  <Words>4044</Words>
  <Application>Microsoft Macintosh PowerPoint</Application>
  <PresentationFormat>Widescreen</PresentationFormat>
  <Paragraphs>884</Paragraphs>
  <Slides>95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95</vt:i4>
      </vt:variant>
    </vt:vector>
  </HeadingPairs>
  <TitlesOfParts>
    <vt:vector size="103" baseType="lpstr">
      <vt:lpstr>.Hiragino Kaku Gothic Interface W3</vt:lpstr>
      <vt:lpstr>Arial</vt:lpstr>
      <vt:lpstr>Calibri</vt:lpstr>
      <vt:lpstr>Consolas</vt:lpstr>
      <vt:lpstr>Segoe UI</vt:lpstr>
      <vt:lpstr>Segoe UI Semibold</vt:lpstr>
      <vt:lpstr>Wingdings</vt:lpstr>
      <vt:lpstr>White Template</vt:lpstr>
      <vt:lpstr>Welcome to the Microsoft presentation toolkit</vt:lpstr>
      <vt:lpstr>What’s inside</vt:lpstr>
      <vt:lpstr>Tips and tricks</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Section divider</vt:lpstr>
      <vt:lpstr>Section divider</vt:lpstr>
      <vt:lpstr>Title and/or description</vt:lpstr>
      <vt:lpstr>Section header</vt:lpstr>
      <vt:lpstr>Section header</vt:lpstr>
      <vt:lpstr>Section header</vt:lpstr>
      <vt:lpstr>Section header</vt:lpstr>
      <vt:lpstr>Section header</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Agenda</vt:lpstr>
      <vt:lpstr>Agenda</vt:lpstr>
      <vt:lpstr>Agenda</vt:lpstr>
      <vt:lpstr>Some agendas need more details to set the tone of the conversation</vt:lpstr>
      <vt:lpstr>“Insert quote text here. This layout accommodates longer quotes very well.”</vt:lpstr>
      <vt:lpstr>“Add quote text here”</vt:lpstr>
      <vt:lpstr>“Add quote text here”</vt:lpstr>
      <vt:lpstr>Project name</vt:lpstr>
      <vt:lpstr>Twelve-step timeline</vt:lpstr>
      <vt:lpstr>Twelve-month timeline</vt:lpstr>
      <vt:lpstr>Twelve-week timeline</vt:lpstr>
      <vt:lpstr>Twelve-week timeline</vt:lpstr>
      <vt:lpstr>Custom timeline</vt:lpstr>
      <vt:lpstr>Custom timeline</vt:lpstr>
      <vt:lpstr>Custom timeline</vt:lpstr>
      <vt:lpstr>Custom timeline</vt:lpstr>
      <vt:lpstr>Hierarchy</vt:lpstr>
      <vt:lpstr>3 step process slide</vt:lpstr>
      <vt:lpstr>6 step process slide</vt:lpstr>
      <vt:lpstr>Bar chart</vt:lpstr>
      <vt:lpstr>Chart with call out details</vt:lpstr>
      <vt:lpstr>Chart title</vt:lpstr>
      <vt:lpstr>Venn diagram</vt:lpstr>
      <vt:lpstr>Slide title</vt:lpstr>
      <vt:lpstr>Slide title</vt:lpstr>
      <vt:lpstr>Slide title</vt:lpstr>
      <vt:lpstr>Table title</vt:lpstr>
      <vt:lpstr>Table title</vt:lpstr>
      <vt:lpstr>Milestone slide</vt:lpstr>
      <vt:lpstr>Hello</vt:lpstr>
      <vt:lpstr>The Team</vt:lpstr>
      <vt:lpstr>Profile Slide</vt:lpstr>
      <vt:lpstr>Get in touch</vt:lpstr>
      <vt:lpstr>Resources</vt:lpstr>
      <vt:lpstr>Slide title</vt:lpstr>
      <vt:lpstr>Slide title</vt:lpstr>
      <vt:lpstr>Slide header</vt:lpstr>
      <vt:lpstr>Slide header</vt:lpstr>
      <vt:lpstr>Slide header</vt:lpstr>
      <vt:lpstr>Slide header</vt:lpstr>
      <vt:lpstr>Header</vt:lpstr>
      <vt:lpstr>Header</vt:lpstr>
      <vt:lpstr>Header</vt:lpstr>
      <vt:lpstr>Header</vt:lpstr>
      <vt:lpstr>Header</vt:lpstr>
      <vt:lpstr>Header</vt:lpstr>
      <vt:lpstr>Thank you</vt:lpstr>
      <vt:lpstr>Thank you</vt:lpstr>
      <vt:lpstr>Thank you</vt:lpstr>
      <vt:lpstr>Appendix</vt:lpstr>
      <vt:lpstr>Icons  Icons should be primarily used as a visual aid, as a way to break up large amounts of text and content, or as a visual cue of the content that follows. Get the full set of icons for presentations</vt:lpstr>
      <vt:lpstr>Get the full set of icons for presentations</vt:lpstr>
      <vt:lpstr>Presentation resources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Dennis Lee</dc:creator>
  <cp:keywords/>
  <dc:description/>
  <cp:lastModifiedBy>Dennis Lee</cp:lastModifiedBy>
  <cp:revision>1</cp:revision>
  <dcterms:created xsi:type="dcterms:W3CDTF">2026-05-23T02:31:47Z</dcterms:created>
  <dcterms:modified xsi:type="dcterms:W3CDTF">2026-05-23T02:32:24Z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0x0101003CCBBE99590A7A4A93C1CFB29C56B0F4</vt:lpwstr>
  </property>
</Properties>
</file>